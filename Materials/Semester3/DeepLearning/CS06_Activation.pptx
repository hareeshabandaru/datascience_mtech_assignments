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ink/ink1.xml" ContentType="application/inkml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>
  <p:sldMasterIdLst>
    <p:sldMasterId id="2147483648" r:id="rId1"/>
    <p:sldMasterId id="2147483720" r:id="rId2"/>
  </p:sldMasterIdLst>
  <p:notesMasterIdLst>
    <p:notesMasterId r:id="rId44"/>
  </p:notesMasterIdLst>
  <p:sldIdLst>
    <p:sldId id="408" r:id="rId3"/>
    <p:sldId id="409" r:id="rId4"/>
    <p:sldId id="410" r:id="rId5"/>
    <p:sldId id="439" r:id="rId6"/>
    <p:sldId id="440" r:id="rId7"/>
    <p:sldId id="464" r:id="rId8"/>
    <p:sldId id="448" r:id="rId9"/>
    <p:sldId id="577" r:id="rId10"/>
    <p:sldId id="443" r:id="rId11"/>
    <p:sldId id="442" r:id="rId12"/>
    <p:sldId id="470" r:id="rId13"/>
    <p:sldId id="557" r:id="rId14"/>
    <p:sldId id="554" r:id="rId15"/>
    <p:sldId id="555" r:id="rId16"/>
    <p:sldId id="556" r:id="rId17"/>
    <p:sldId id="446" r:id="rId18"/>
    <p:sldId id="466" r:id="rId19"/>
    <p:sldId id="565" r:id="rId20"/>
    <p:sldId id="558" r:id="rId21"/>
    <p:sldId id="559" r:id="rId22"/>
    <p:sldId id="561" r:id="rId23"/>
    <p:sldId id="564" r:id="rId24"/>
    <p:sldId id="563" r:id="rId25"/>
    <p:sldId id="566" r:id="rId26"/>
    <p:sldId id="567" r:id="rId27"/>
    <p:sldId id="568" r:id="rId28"/>
    <p:sldId id="569" r:id="rId29"/>
    <p:sldId id="570" r:id="rId30"/>
    <p:sldId id="571" r:id="rId31"/>
    <p:sldId id="572" r:id="rId32"/>
    <p:sldId id="573" r:id="rId33"/>
    <p:sldId id="594" r:id="rId34"/>
    <p:sldId id="574" r:id="rId35"/>
    <p:sldId id="575" r:id="rId36"/>
    <p:sldId id="576" r:id="rId37"/>
    <p:sldId id="581" r:id="rId38"/>
    <p:sldId id="578" r:id="rId39"/>
    <p:sldId id="580" r:id="rId40"/>
    <p:sldId id="579" r:id="rId41"/>
    <p:sldId id="592" r:id="rId42"/>
    <p:sldId id="283" r:id="rId43"/>
  </p:sldIdLst>
  <p:sldSz cx="9144000" cy="6858000" type="screen4x3"/>
  <p:notesSz cx="9144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9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/>
    <p:restoredTop sz="94434" autoAdjust="0"/>
  </p:normalViewPr>
  <p:slideViewPr>
    <p:cSldViewPr>
      <p:cViewPr>
        <p:scale>
          <a:sx n="100" d="100"/>
          <a:sy n="100" d="100"/>
        </p:scale>
        <p:origin x="544" y="21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theme" Target="theme/theme1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presProps" Target="pres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tableStyles" Target="tableStyles.xml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viewProps" Target="viewProps.xml"/><Relationship Id="rId20" Type="http://schemas.openxmlformats.org/officeDocument/2006/relationships/slide" Target="slides/slide18.xml"/><Relationship Id="rId41" Type="http://schemas.openxmlformats.org/officeDocument/2006/relationships/slide" Target="slides/slide39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4-05-18T03:37:49.51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1568 11417 155 0,'0'0'160'0,"0"0"-88"0,0 0 0 0,0-2 3 0,0 1-7 0,0 1-16 16,0 0-13-16,0 0-18 16,0 0-8-16,0 0-7 15,0 0-5-15,0 0 0 16,0 0 1-16,0 0-1 15,0 0 7-15,0 0 9 16,0 0 25-16,0 0 20 16,0 0-3-16,-3 0-8 15,3 0-12-15,0 0-12 16,0 0 4-16,-3 0-13 16,3 0-18-16,0 0 16 15,0 0 7-15,0 0-7 16,0 0 2-16,0 0-1 15,0 0 9-15,0 0 3 0,0 0 0 16,0 0 3-16,0 0-6 16,0 0-1-16,0 0-8 15,0 0 2-15,0 0-10 16,0 0 2-16,0 0-1 16,-2 0-10-16,-1 0 2 15,2 0-1-15,1 0 0 16,0 0 0-16,0 0 5 15,0 0-6-15,0 0 0 16,0 0 0-16,0 0 2 16,0 0-2-16,0 0 1 15,0 0-1-15,0 0 1 0,0 0 0 16,0 0 0 0,-3 0 0-16,0 0 6 0,-3 0-6 15,0 0 16-15,0 0-5 16,0 0-5-16,0 0-1 15,0 0 2-15,2 0-7 16,-1 0-1-16,1 0 1 16,1 0 7-16,0 0-7 15,0 0 0-15,0 0 1 16,-1 0 5-16,-1 0-5 16,1 0-1-16,4 0 1 15,-2 0-1-15,-1 1 1 16,0-1-2-16,0 2 6 0,0-1-6 15,-3 0 1 1,3 2-1-16,-1 0 0 0,1 0 2 16,-2 0-1-16,2 0-1 15,-3-1 0-15,-1 4 0 16,2-3 0-16,-4 3 0 16,-13 3 0-16,7-4-51 15,-6-1-252-15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9D94E87-174E-4645-A1B4-6FD7F8DDC90E}" type="datetimeFigureOut">
              <a:rPr lang="en-IN" smtClean="0"/>
              <a:t>26-12-2024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857250"/>
            <a:ext cx="30861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A72551D-67D7-44EA-BF0C-246838C0E90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312269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A72551D-67D7-44EA-BF0C-246838C0E902}" type="slidenum">
              <a:rPr lang="en-IN" smtClean="0"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7398307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A72551D-67D7-44EA-BF0C-246838C0E902}" type="slidenum">
              <a:rPr lang="en-IN" smtClean="0"/>
              <a:t>12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1989523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A72551D-67D7-44EA-BF0C-246838C0E902}" type="slidenum">
              <a:rPr lang="en-IN" smtClean="0"/>
              <a:t>13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3618441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A72551D-67D7-44EA-BF0C-246838C0E902}" type="slidenum">
              <a:rPr lang="en-IN" smtClean="0"/>
              <a:t>14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657731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A72551D-67D7-44EA-BF0C-246838C0E902}" type="slidenum">
              <a:rPr lang="en-IN" smtClean="0"/>
              <a:t>16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0258111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A72551D-67D7-44EA-BF0C-246838C0E902}" type="slidenum">
              <a:rPr lang="en-IN" smtClean="0"/>
              <a:t>17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2082657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A72551D-67D7-44EA-BF0C-246838C0E902}" type="slidenum">
              <a:rPr lang="en-IN" smtClean="0"/>
              <a:t>18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3545287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A72551D-67D7-44EA-BF0C-246838C0E902}" type="slidenum">
              <a:rPr lang="en-IN" smtClean="0"/>
              <a:t>19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8148419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A72551D-67D7-44EA-BF0C-246838C0E902}" type="slidenum">
              <a:rPr lang="en-IN" smtClean="0"/>
              <a:t>23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0225243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B02277-9392-41C3-AA11-A5F619BDEEAB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421867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4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5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6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231140" y="400303"/>
            <a:ext cx="2700020" cy="5740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1" i="0">
                <a:solidFill>
                  <a:schemeClr val="tx1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6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7358633" y="6639735"/>
            <a:ext cx="1706245" cy="182245"/>
          </a:xfrm>
          <a:prstGeom prst="rect">
            <a:avLst/>
          </a:prstGeom>
        </p:spPr>
        <p:txBody>
          <a:bodyPr lIns="0" tIns="0" rIns="0" bIns="0"/>
          <a:lstStyle>
            <a:lvl1pPr>
              <a:defRPr sz="1100" b="0" i="0">
                <a:solidFill>
                  <a:srgbClr val="0F114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ct val="100000"/>
              </a:lnSpc>
            </a:pPr>
            <a:r>
              <a:rPr b="1" dirty="0">
                <a:latin typeface="Arial"/>
                <a:cs typeface="Arial"/>
              </a:rPr>
              <a:t>BITS</a:t>
            </a:r>
            <a:r>
              <a:rPr b="1" spc="-55" dirty="0">
                <a:latin typeface="Arial"/>
                <a:cs typeface="Arial"/>
              </a:rPr>
              <a:t> </a:t>
            </a:r>
            <a:r>
              <a:rPr dirty="0"/>
              <a:t>Pilani,</a:t>
            </a:r>
            <a:r>
              <a:rPr spc="-35" dirty="0"/>
              <a:t> </a:t>
            </a:r>
            <a:r>
              <a:rPr dirty="0"/>
              <a:t>Pilani</a:t>
            </a:r>
            <a:r>
              <a:rPr spc="-30" dirty="0"/>
              <a:t> </a:t>
            </a:r>
            <a:r>
              <a:rPr spc="-10" dirty="0"/>
              <a:t>Campus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12/26/2024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</p:spPr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7358633" y="6639735"/>
            <a:ext cx="1706245" cy="182245"/>
          </a:xfrm>
          <a:prstGeom prst="rect">
            <a:avLst/>
          </a:prstGeom>
        </p:spPr>
        <p:txBody>
          <a:bodyPr lIns="0" tIns="0" rIns="0" bIns="0"/>
          <a:lstStyle>
            <a:lvl1pPr>
              <a:defRPr sz="1100" b="0" i="0">
                <a:solidFill>
                  <a:srgbClr val="0F114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ct val="100000"/>
              </a:lnSpc>
            </a:pPr>
            <a:r>
              <a:rPr b="1" dirty="0">
                <a:latin typeface="Arial"/>
                <a:cs typeface="Arial"/>
              </a:rPr>
              <a:t>BITS</a:t>
            </a:r>
            <a:r>
              <a:rPr b="1" spc="-55" dirty="0">
                <a:latin typeface="Arial"/>
                <a:cs typeface="Arial"/>
              </a:rPr>
              <a:t> </a:t>
            </a:r>
            <a:r>
              <a:rPr dirty="0"/>
              <a:t>Pilani,</a:t>
            </a:r>
            <a:r>
              <a:rPr spc="-35" dirty="0"/>
              <a:t> </a:t>
            </a:r>
            <a:r>
              <a:rPr dirty="0"/>
              <a:t>Pilani</a:t>
            </a:r>
            <a:r>
              <a:rPr spc="-30" dirty="0"/>
              <a:t> </a:t>
            </a:r>
            <a:r>
              <a:rPr spc="-10" dirty="0"/>
              <a:t>Campus</a:t>
            </a:r>
          </a:p>
        </p:txBody>
      </p:sp>
      <p:sp>
        <p:nvSpPr>
          <p:cNvPr id="8" name="Content Placeholder 2"/>
          <p:cNvSpPr>
            <a:spLocks noGrp="1"/>
          </p:cNvSpPr>
          <p:nvPr>
            <p:ph idx="10"/>
          </p:nvPr>
        </p:nvSpPr>
        <p:spPr>
          <a:xfrm>
            <a:off x="228600" y="1545224"/>
            <a:ext cx="8610600" cy="4525963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400">
                <a:latin typeface="Cambria" panose="02040503050406030204" pitchFamily="18" charset="0"/>
                <a:ea typeface="Cambria" panose="02040503050406030204" pitchFamily="18" charset="0"/>
              </a:defRPr>
            </a:lvl1pPr>
            <a:lvl2pPr>
              <a:defRPr sz="2400">
                <a:latin typeface="Cambria" panose="02040503050406030204" pitchFamily="18" charset="0"/>
                <a:ea typeface="Cambria" panose="02040503050406030204" pitchFamily="18" charset="0"/>
              </a:defRPr>
            </a:lvl2pPr>
            <a:lvl3pPr>
              <a:defRPr sz="2400">
                <a:latin typeface="Cambria" panose="02040503050406030204" pitchFamily="18" charset="0"/>
                <a:ea typeface="Cambria" panose="02040503050406030204" pitchFamily="18" charset="0"/>
              </a:defRPr>
            </a:lvl3pPr>
            <a:lvl4pPr>
              <a:defRPr sz="2400">
                <a:latin typeface="Cambria" panose="02040503050406030204" pitchFamily="18" charset="0"/>
                <a:ea typeface="Cambria" panose="02040503050406030204" pitchFamily="18" charset="0"/>
              </a:defRPr>
            </a:lvl4pPr>
            <a:lvl5pPr>
              <a:defRPr sz="2400">
                <a:latin typeface="Cambria" panose="02040503050406030204" pitchFamily="18" charset="0"/>
                <a:ea typeface="Cambria" panose="02040503050406030204" pitchFamily="18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228600" y="0"/>
            <a:ext cx="8160907" cy="1219200"/>
          </a:xfrm>
          <a:prstGeom prst="rect">
            <a:avLst/>
          </a:prstGeom>
        </p:spPr>
        <p:txBody>
          <a:bodyPr anchor="ctr"/>
          <a:lstStyle>
            <a:lvl1pPr algn="l">
              <a:defRPr sz="3600" b="0">
                <a:latin typeface="Cambria" panose="02040503050406030204" pitchFamily="18" charset="0"/>
                <a:ea typeface="Cambria" panose="02040503050406030204" pitchFamily="18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IN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31140" y="361315"/>
            <a:ext cx="4921250" cy="613028"/>
          </a:xfrm>
          <a:prstGeom prst="rect">
            <a:avLst/>
          </a:prstGeom>
        </p:spPr>
        <p:txBody>
          <a:bodyPr lIns="0" tIns="0" rIns="0" bIns="0"/>
          <a:lstStyle>
            <a:lvl1pPr>
              <a:defRPr sz="3600" b="1" i="0">
                <a:solidFill>
                  <a:schemeClr val="tx1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>
          <a:xfrm>
            <a:off x="7358633" y="6639735"/>
            <a:ext cx="1706245" cy="182245"/>
          </a:xfrm>
          <a:prstGeom prst="rect">
            <a:avLst/>
          </a:prstGeom>
        </p:spPr>
        <p:txBody>
          <a:bodyPr lIns="0" tIns="0" rIns="0" bIns="0"/>
          <a:lstStyle>
            <a:lvl1pPr>
              <a:defRPr sz="1100" b="0" i="0">
                <a:solidFill>
                  <a:srgbClr val="0F114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ct val="100000"/>
              </a:lnSpc>
            </a:pPr>
            <a:r>
              <a:rPr b="1" dirty="0">
                <a:latin typeface="Arial"/>
                <a:cs typeface="Arial"/>
              </a:rPr>
              <a:t>BITS</a:t>
            </a:r>
            <a:r>
              <a:rPr b="1" spc="-55" dirty="0">
                <a:latin typeface="Arial"/>
                <a:cs typeface="Arial"/>
              </a:rPr>
              <a:t> </a:t>
            </a:r>
            <a:r>
              <a:rPr dirty="0"/>
              <a:t>Pilani,</a:t>
            </a:r>
            <a:r>
              <a:rPr spc="-35" dirty="0"/>
              <a:t> </a:t>
            </a:r>
            <a:r>
              <a:rPr dirty="0"/>
              <a:t>Pilani</a:t>
            </a:r>
            <a:r>
              <a:rPr spc="-30" dirty="0"/>
              <a:t> </a:t>
            </a:r>
            <a:r>
              <a:rPr spc="-10" dirty="0"/>
              <a:t>Campus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12/26/2024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</p:spPr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629400" y="0"/>
            <a:ext cx="2193036" cy="693420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4495800" y="6553200"/>
            <a:ext cx="2329180" cy="45720"/>
          </a:xfrm>
          <a:custGeom>
            <a:avLst/>
            <a:gdLst/>
            <a:ahLst/>
            <a:cxnLst/>
            <a:rect l="l" t="t" r="r" b="b"/>
            <a:pathLst>
              <a:path w="2329179" h="45720">
                <a:moveTo>
                  <a:pt x="2328672" y="0"/>
                </a:moveTo>
                <a:lnTo>
                  <a:pt x="0" y="0"/>
                </a:lnTo>
                <a:lnTo>
                  <a:pt x="0" y="45720"/>
                </a:lnTo>
                <a:lnTo>
                  <a:pt x="2328672" y="45720"/>
                </a:lnTo>
                <a:lnTo>
                  <a:pt x="2328672" y="0"/>
                </a:lnTo>
                <a:close/>
              </a:path>
            </a:pathLst>
          </a:custGeom>
          <a:solidFill>
            <a:srgbClr val="76C2E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2133600" y="6553200"/>
            <a:ext cx="2362200" cy="45720"/>
          </a:xfrm>
          <a:custGeom>
            <a:avLst/>
            <a:gdLst/>
            <a:ahLst/>
            <a:cxnLst/>
            <a:rect l="l" t="t" r="r" b="b"/>
            <a:pathLst>
              <a:path w="2362200" h="45720">
                <a:moveTo>
                  <a:pt x="2362200" y="0"/>
                </a:moveTo>
                <a:lnTo>
                  <a:pt x="0" y="0"/>
                </a:lnTo>
                <a:lnTo>
                  <a:pt x="0" y="45720"/>
                </a:lnTo>
                <a:lnTo>
                  <a:pt x="2362200" y="45720"/>
                </a:lnTo>
                <a:lnTo>
                  <a:pt x="2362200" y="0"/>
                </a:lnTo>
                <a:close/>
              </a:path>
            </a:pathLst>
          </a:custGeom>
          <a:solidFill>
            <a:srgbClr val="FBAF1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6815328" y="6553200"/>
            <a:ext cx="2329180" cy="45720"/>
          </a:xfrm>
          <a:custGeom>
            <a:avLst/>
            <a:gdLst/>
            <a:ahLst/>
            <a:cxnLst/>
            <a:rect l="l" t="t" r="r" b="b"/>
            <a:pathLst>
              <a:path w="2329179" h="45720">
                <a:moveTo>
                  <a:pt x="2328672" y="0"/>
                </a:moveTo>
                <a:lnTo>
                  <a:pt x="0" y="0"/>
                </a:lnTo>
                <a:lnTo>
                  <a:pt x="0" y="45720"/>
                </a:lnTo>
                <a:lnTo>
                  <a:pt x="2328672" y="45720"/>
                </a:lnTo>
                <a:lnTo>
                  <a:pt x="2328672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2362200" y="1295400"/>
            <a:ext cx="2329180" cy="45720"/>
          </a:xfrm>
          <a:custGeom>
            <a:avLst/>
            <a:gdLst/>
            <a:ahLst/>
            <a:cxnLst/>
            <a:rect l="l" t="t" r="r" b="b"/>
            <a:pathLst>
              <a:path w="2329179" h="45719">
                <a:moveTo>
                  <a:pt x="2328672" y="0"/>
                </a:moveTo>
                <a:lnTo>
                  <a:pt x="0" y="0"/>
                </a:lnTo>
                <a:lnTo>
                  <a:pt x="0" y="45720"/>
                </a:lnTo>
                <a:lnTo>
                  <a:pt x="2328672" y="45720"/>
                </a:lnTo>
                <a:lnTo>
                  <a:pt x="2328672" y="0"/>
                </a:lnTo>
                <a:close/>
              </a:path>
            </a:pathLst>
          </a:custGeom>
          <a:solidFill>
            <a:srgbClr val="76C2E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g object 21"/>
          <p:cNvSpPr/>
          <p:nvPr/>
        </p:nvSpPr>
        <p:spPr>
          <a:xfrm>
            <a:off x="0" y="1295400"/>
            <a:ext cx="2362200" cy="45720"/>
          </a:xfrm>
          <a:custGeom>
            <a:avLst/>
            <a:gdLst/>
            <a:ahLst/>
            <a:cxnLst/>
            <a:rect l="l" t="t" r="r" b="b"/>
            <a:pathLst>
              <a:path w="2362200" h="45719">
                <a:moveTo>
                  <a:pt x="2362200" y="0"/>
                </a:moveTo>
                <a:lnTo>
                  <a:pt x="0" y="0"/>
                </a:lnTo>
                <a:lnTo>
                  <a:pt x="0" y="45720"/>
                </a:lnTo>
                <a:lnTo>
                  <a:pt x="2362200" y="45720"/>
                </a:lnTo>
                <a:lnTo>
                  <a:pt x="2362200" y="0"/>
                </a:lnTo>
                <a:close/>
              </a:path>
            </a:pathLst>
          </a:custGeom>
          <a:solidFill>
            <a:srgbClr val="FBAF1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bg object 22"/>
          <p:cNvSpPr/>
          <p:nvPr/>
        </p:nvSpPr>
        <p:spPr>
          <a:xfrm>
            <a:off x="4681728" y="1295400"/>
            <a:ext cx="2329180" cy="45720"/>
          </a:xfrm>
          <a:custGeom>
            <a:avLst/>
            <a:gdLst/>
            <a:ahLst/>
            <a:cxnLst/>
            <a:rect l="l" t="t" r="r" b="b"/>
            <a:pathLst>
              <a:path w="2329179" h="45719">
                <a:moveTo>
                  <a:pt x="2328672" y="0"/>
                </a:moveTo>
                <a:lnTo>
                  <a:pt x="0" y="0"/>
                </a:lnTo>
                <a:lnTo>
                  <a:pt x="0" y="45720"/>
                </a:lnTo>
                <a:lnTo>
                  <a:pt x="2328672" y="45720"/>
                </a:lnTo>
                <a:lnTo>
                  <a:pt x="2328672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31140" y="361315"/>
            <a:ext cx="4921250" cy="613028"/>
          </a:xfrm>
          <a:prstGeom prst="rect">
            <a:avLst/>
          </a:prstGeom>
        </p:spPr>
        <p:txBody>
          <a:bodyPr lIns="0" tIns="0" rIns="0" bIns="0"/>
          <a:lstStyle>
            <a:lvl1pPr>
              <a:defRPr sz="3600" b="1" i="0">
                <a:solidFill>
                  <a:schemeClr val="tx1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>
          <a:xfrm>
            <a:off x="7358633" y="6639735"/>
            <a:ext cx="1706245" cy="182245"/>
          </a:xfrm>
          <a:prstGeom prst="rect">
            <a:avLst/>
          </a:prstGeom>
        </p:spPr>
        <p:txBody>
          <a:bodyPr lIns="0" tIns="0" rIns="0" bIns="0"/>
          <a:lstStyle>
            <a:lvl1pPr>
              <a:defRPr sz="1100" b="0" i="0">
                <a:solidFill>
                  <a:srgbClr val="0F114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ct val="100000"/>
              </a:lnSpc>
            </a:pPr>
            <a:r>
              <a:rPr b="1" dirty="0">
                <a:latin typeface="Arial"/>
                <a:cs typeface="Arial"/>
              </a:rPr>
              <a:t>BITS</a:t>
            </a:r>
            <a:r>
              <a:rPr b="1" spc="-55" dirty="0">
                <a:latin typeface="Arial"/>
                <a:cs typeface="Arial"/>
              </a:rPr>
              <a:t> </a:t>
            </a:r>
            <a:r>
              <a:rPr dirty="0"/>
              <a:t>Pilani,</a:t>
            </a:r>
            <a:r>
              <a:rPr spc="-35" dirty="0"/>
              <a:t> </a:t>
            </a:r>
            <a:r>
              <a:rPr dirty="0"/>
              <a:t>Pilani</a:t>
            </a:r>
            <a:r>
              <a:rPr spc="-30" dirty="0"/>
              <a:t> </a:t>
            </a:r>
            <a:r>
              <a:rPr spc="-10" dirty="0"/>
              <a:t>Campus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12/26/2024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</p:spPr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3999" cy="6857999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2895600" y="6096000"/>
            <a:ext cx="2895600" cy="76200"/>
          </a:xfrm>
          <a:custGeom>
            <a:avLst/>
            <a:gdLst/>
            <a:ahLst/>
            <a:cxnLst/>
            <a:rect l="l" t="t" r="r" b="b"/>
            <a:pathLst>
              <a:path w="2895600" h="76200">
                <a:moveTo>
                  <a:pt x="2895600" y="0"/>
                </a:moveTo>
                <a:lnTo>
                  <a:pt x="0" y="0"/>
                </a:lnTo>
                <a:lnTo>
                  <a:pt x="0" y="76200"/>
                </a:lnTo>
                <a:lnTo>
                  <a:pt x="2895600" y="76200"/>
                </a:lnTo>
                <a:lnTo>
                  <a:pt x="2895600" y="0"/>
                </a:lnTo>
                <a:close/>
              </a:path>
            </a:pathLst>
          </a:custGeom>
          <a:solidFill>
            <a:srgbClr val="76C2E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0" y="6096000"/>
            <a:ext cx="2895600" cy="76200"/>
          </a:xfrm>
          <a:custGeom>
            <a:avLst/>
            <a:gdLst/>
            <a:ahLst/>
            <a:cxnLst/>
            <a:rect l="l" t="t" r="r" b="b"/>
            <a:pathLst>
              <a:path w="2895600" h="76200">
                <a:moveTo>
                  <a:pt x="2895600" y="0"/>
                </a:moveTo>
                <a:lnTo>
                  <a:pt x="0" y="0"/>
                </a:lnTo>
                <a:lnTo>
                  <a:pt x="0" y="76200"/>
                </a:lnTo>
                <a:lnTo>
                  <a:pt x="2895600" y="76200"/>
                </a:lnTo>
                <a:lnTo>
                  <a:pt x="2895600" y="0"/>
                </a:lnTo>
                <a:close/>
              </a:path>
            </a:pathLst>
          </a:custGeom>
          <a:solidFill>
            <a:srgbClr val="FBAF1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5791200" y="6096000"/>
            <a:ext cx="2895600" cy="76200"/>
          </a:xfrm>
          <a:custGeom>
            <a:avLst/>
            <a:gdLst/>
            <a:ahLst/>
            <a:cxnLst/>
            <a:rect l="l" t="t" r="r" b="b"/>
            <a:pathLst>
              <a:path w="2895600" h="76200">
                <a:moveTo>
                  <a:pt x="2895600" y="0"/>
                </a:moveTo>
                <a:lnTo>
                  <a:pt x="0" y="0"/>
                </a:lnTo>
                <a:lnTo>
                  <a:pt x="0" y="76200"/>
                </a:lnTo>
                <a:lnTo>
                  <a:pt x="2895600" y="76200"/>
                </a:lnTo>
                <a:lnTo>
                  <a:pt x="2895600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0" name="bg object 2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6200" y="3352800"/>
            <a:ext cx="2057400" cy="1979676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>
          <a:xfrm>
            <a:off x="7358633" y="6639735"/>
            <a:ext cx="1706245" cy="182245"/>
          </a:xfrm>
          <a:prstGeom prst="rect">
            <a:avLst/>
          </a:prstGeom>
        </p:spPr>
        <p:txBody>
          <a:bodyPr lIns="0" tIns="0" rIns="0" bIns="0"/>
          <a:lstStyle>
            <a:lvl1pPr>
              <a:defRPr sz="1100" b="0" i="0">
                <a:solidFill>
                  <a:srgbClr val="0F114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ct val="100000"/>
              </a:lnSpc>
            </a:pPr>
            <a:r>
              <a:rPr b="1" dirty="0">
                <a:latin typeface="Arial"/>
                <a:cs typeface="Arial"/>
              </a:rPr>
              <a:t>BITS</a:t>
            </a:r>
            <a:r>
              <a:rPr b="1" spc="-55" dirty="0">
                <a:latin typeface="Arial"/>
                <a:cs typeface="Arial"/>
              </a:rPr>
              <a:t> </a:t>
            </a:r>
            <a:r>
              <a:rPr dirty="0"/>
              <a:t>Pilani,</a:t>
            </a:r>
            <a:r>
              <a:rPr spc="-35" dirty="0"/>
              <a:t> </a:t>
            </a:r>
            <a:r>
              <a:rPr dirty="0"/>
              <a:t>Pilani</a:t>
            </a:r>
            <a:r>
              <a:rPr spc="-30" dirty="0"/>
              <a:t> </a:t>
            </a:r>
            <a:r>
              <a:rPr spc="-10" dirty="0"/>
              <a:t>Campus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12/26/2024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</p:spPr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9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>
            <a:spLocks noChangeArrowheads="1"/>
          </p:cNvSpPr>
          <p:nvPr userDrawn="1"/>
        </p:nvSpPr>
        <p:spPr bwMode="auto">
          <a:xfrm>
            <a:off x="3276600" y="6596063"/>
            <a:ext cx="5867400" cy="261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>
              <a:defRPr/>
            </a:pPr>
            <a:r>
              <a:rPr lang="en-US" altLang="en-US" sz="1100" b="1">
                <a:solidFill>
                  <a:srgbClr val="101141"/>
                </a:solidFill>
              </a:rPr>
              <a:t>BITS </a:t>
            </a:r>
            <a:r>
              <a:rPr lang="en-US" altLang="en-US" sz="1100">
                <a:solidFill>
                  <a:srgbClr val="101141"/>
                </a:solidFill>
              </a:rPr>
              <a:t>Pilani, Pilani Campus</a:t>
            </a:r>
          </a:p>
        </p:txBody>
      </p:sp>
      <p:grpSp>
        <p:nvGrpSpPr>
          <p:cNvPr id="5" name="Group 11"/>
          <p:cNvGrpSpPr>
            <a:grpSpLocks/>
          </p:cNvGrpSpPr>
          <p:nvPr userDrawn="1"/>
        </p:nvGrpSpPr>
        <p:grpSpPr bwMode="auto">
          <a:xfrm>
            <a:off x="2084388" y="6550025"/>
            <a:ext cx="7059612" cy="49213"/>
            <a:chOff x="2083888" y="6550671"/>
            <a:chExt cx="7060112" cy="48665"/>
          </a:xfrm>
        </p:grpSpPr>
        <p:sp>
          <p:nvSpPr>
            <p:cNvPr id="6" name="Rectangle 5"/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7" name="Rectangle 6"/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8" name="Rectangle 7"/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</p:grpSp>
      <p:grpSp>
        <p:nvGrpSpPr>
          <p:cNvPr id="9" name="Group 18"/>
          <p:cNvGrpSpPr>
            <a:grpSpLocks/>
          </p:cNvGrpSpPr>
          <p:nvPr userDrawn="1"/>
        </p:nvGrpSpPr>
        <p:grpSpPr bwMode="auto"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10" name="Rectangle 9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2" name="Rectangle 11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</p:grpSp>
      <p:grpSp>
        <p:nvGrpSpPr>
          <p:cNvPr id="13" name="Group 22"/>
          <p:cNvGrpSpPr>
            <a:grpSpLocks/>
          </p:cNvGrpSpPr>
          <p:nvPr userDrawn="1"/>
        </p:nvGrpSpPr>
        <p:grpSpPr bwMode="auto"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14" name="Rectangle 13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5" name="Rectangle 14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6" name="Rectangle 15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493837"/>
            <a:ext cx="8229600" cy="4525963"/>
          </a:xfrm>
          <a:prstGeom prst="rect">
            <a:avLst/>
          </a:prstGeom>
        </p:spPr>
        <p:txBody>
          <a:bodyPr/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40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60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2pPr>
            <a:lvl3pPr>
              <a:defRPr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3pPr>
            <a:lvl4pPr>
              <a:defRPr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4pPr>
            <a:lvl5pPr>
              <a:defRPr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  <a:endParaRPr lang="en-US" dirty="0"/>
          </a:p>
        </p:txBody>
      </p:sp>
      <p:sp>
        <p:nvSpPr>
          <p:cNvPr id="27" name="Content Placeholder 18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6324600" cy="1143000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2039787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0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>
            <a:spLocks noChangeArrowheads="1"/>
          </p:cNvSpPr>
          <p:nvPr userDrawn="1"/>
        </p:nvSpPr>
        <p:spPr bwMode="auto">
          <a:xfrm>
            <a:off x="3276600" y="6596063"/>
            <a:ext cx="5867400" cy="261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rtl="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sz="1100" b="1" kern="1200">
                <a:solidFill>
                  <a:srgbClr val="101141"/>
                </a:solidFill>
                <a:ea typeface="+mn-ea"/>
              </a:rPr>
              <a:t>BITS </a:t>
            </a:r>
            <a:r>
              <a:rPr lang="en-US" altLang="en-US" sz="1100" kern="1200">
                <a:solidFill>
                  <a:srgbClr val="101141"/>
                </a:solidFill>
                <a:ea typeface="+mn-ea"/>
              </a:rPr>
              <a:t>Pilani, Pilani Campus</a:t>
            </a:r>
          </a:p>
        </p:txBody>
      </p:sp>
      <p:grpSp>
        <p:nvGrpSpPr>
          <p:cNvPr id="5" name="Group 11"/>
          <p:cNvGrpSpPr>
            <a:grpSpLocks/>
          </p:cNvGrpSpPr>
          <p:nvPr userDrawn="1"/>
        </p:nvGrpSpPr>
        <p:grpSpPr bwMode="auto">
          <a:xfrm>
            <a:off x="2084388" y="6550025"/>
            <a:ext cx="7059612" cy="49213"/>
            <a:chOff x="2083888" y="6550671"/>
            <a:chExt cx="7060112" cy="48665"/>
          </a:xfrm>
        </p:grpSpPr>
        <p:sp>
          <p:nvSpPr>
            <p:cNvPr id="6" name="Rectangle 5"/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  <p:sp>
          <p:nvSpPr>
            <p:cNvPr id="7" name="Rectangle 6"/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</p:grpSp>
      <p:grpSp>
        <p:nvGrpSpPr>
          <p:cNvPr id="9" name="Group 18"/>
          <p:cNvGrpSpPr>
            <a:grpSpLocks/>
          </p:cNvGrpSpPr>
          <p:nvPr userDrawn="1"/>
        </p:nvGrpSpPr>
        <p:grpSpPr bwMode="auto"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10" name="Rectangle 9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  <p:sp>
          <p:nvSpPr>
            <p:cNvPr id="12" name="Rectangle 11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</p:grpSp>
      <p:grpSp>
        <p:nvGrpSpPr>
          <p:cNvPr id="13" name="Group 22"/>
          <p:cNvGrpSpPr>
            <a:grpSpLocks/>
          </p:cNvGrpSpPr>
          <p:nvPr userDrawn="1"/>
        </p:nvGrpSpPr>
        <p:grpSpPr bwMode="auto"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14" name="Rectangle 13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  <p:sp>
          <p:nvSpPr>
            <p:cNvPr id="16" name="Rectangle 15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493837"/>
            <a:ext cx="8229600" cy="4525963"/>
          </a:xfrm>
          <a:prstGeom prst="rect">
            <a:avLst/>
          </a:prstGeom>
        </p:spPr>
        <p:txBody>
          <a:bodyPr/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40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60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2pPr>
            <a:lvl3pPr>
              <a:defRPr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3pPr>
            <a:lvl4pPr>
              <a:defRPr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4pPr>
            <a:lvl5pPr>
              <a:defRPr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  <a:endParaRPr lang="en-US" dirty="0"/>
          </a:p>
        </p:txBody>
      </p:sp>
      <p:sp>
        <p:nvSpPr>
          <p:cNvPr id="27" name="Content Placeholder 18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6324600" cy="1143000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300446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>
            <a:spLocks noChangeArrowheads="1"/>
          </p:cNvSpPr>
          <p:nvPr userDrawn="1"/>
        </p:nvSpPr>
        <p:spPr bwMode="auto">
          <a:xfrm>
            <a:off x="3276600" y="6596063"/>
            <a:ext cx="5867400" cy="261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rtl="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sz="1100" b="1" kern="1200">
                <a:solidFill>
                  <a:srgbClr val="101141"/>
                </a:solidFill>
                <a:ea typeface="+mn-ea"/>
              </a:rPr>
              <a:t>BITS </a:t>
            </a:r>
            <a:r>
              <a:rPr lang="en-US" altLang="en-US" sz="1100" kern="1200">
                <a:solidFill>
                  <a:srgbClr val="101141"/>
                </a:solidFill>
                <a:ea typeface="+mn-ea"/>
              </a:rPr>
              <a:t>Pilani, Pilani Campus</a:t>
            </a:r>
          </a:p>
        </p:txBody>
      </p:sp>
      <p:grpSp>
        <p:nvGrpSpPr>
          <p:cNvPr id="5" name="Group 11"/>
          <p:cNvGrpSpPr>
            <a:grpSpLocks/>
          </p:cNvGrpSpPr>
          <p:nvPr userDrawn="1"/>
        </p:nvGrpSpPr>
        <p:grpSpPr bwMode="auto">
          <a:xfrm>
            <a:off x="2084388" y="6550025"/>
            <a:ext cx="7059612" cy="49213"/>
            <a:chOff x="2083888" y="6550671"/>
            <a:chExt cx="7060112" cy="48665"/>
          </a:xfrm>
        </p:grpSpPr>
        <p:sp>
          <p:nvSpPr>
            <p:cNvPr id="6" name="Rectangle 5"/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  <p:sp>
          <p:nvSpPr>
            <p:cNvPr id="7" name="Rectangle 6"/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</p:grpSp>
      <p:grpSp>
        <p:nvGrpSpPr>
          <p:cNvPr id="9" name="Group 18"/>
          <p:cNvGrpSpPr>
            <a:grpSpLocks/>
          </p:cNvGrpSpPr>
          <p:nvPr userDrawn="1"/>
        </p:nvGrpSpPr>
        <p:grpSpPr bwMode="auto"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10" name="Rectangle 9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  <p:sp>
          <p:nvSpPr>
            <p:cNvPr id="12" name="Rectangle 11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</p:grpSp>
      <p:grpSp>
        <p:nvGrpSpPr>
          <p:cNvPr id="13" name="Group 22"/>
          <p:cNvGrpSpPr>
            <a:grpSpLocks/>
          </p:cNvGrpSpPr>
          <p:nvPr userDrawn="1"/>
        </p:nvGrpSpPr>
        <p:grpSpPr bwMode="auto"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14" name="Rectangle 13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  <p:sp>
          <p:nvSpPr>
            <p:cNvPr id="16" name="Rectangle 15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493837"/>
            <a:ext cx="8229600" cy="4525963"/>
          </a:xfrm>
          <a:prstGeom prst="rect">
            <a:avLst/>
          </a:prstGeom>
        </p:spPr>
        <p:txBody>
          <a:bodyPr/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40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60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2pPr>
            <a:lvl3pPr>
              <a:defRPr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3pPr>
            <a:lvl4pPr>
              <a:defRPr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4pPr>
            <a:lvl5pPr>
              <a:defRPr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  <a:endParaRPr lang="en-US" dirty="0"/>
          </a:p>
        </p:txBody>
      </p:sp>
      <p:sp>
        <p:nvSpPr>
          <p:cNvPr id="27" name="Content Placeholder 18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6324600" cy="1143000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8198220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>
            <a:spLocks noChangeArrowheads="1"/>
          </p:cNvSpPr>
          <p:nvPr userDrawn="1"/>
        </p:nvSpPr>
        <p:spPr bwMode="auto">
          <a:xfrm>
            <a:off x="3276600" y="6596063"/>
            <a:ext cx="5867400" cy="261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rtl="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sz="1100" b="1" kern="1200">
                <a:solidFill>
                  <a:srgbClr val="101141"/>
                </a:solidFill>
                <a:ea typeface="+mn-ea"/>
              </a:rPr>
              <a:t>BITS </a:t>
            </a:r>
            <a:r>
              <a:rPr lang="en-US" altLang="en-US" sz="1100" kern="1200">
                <a:solidFill>
                  <a:srgbClr val="101141"/>
                </a:solidFill>
                <a:ea typeface="+mn-ea"/>
              </a:rPr>
              <a:t>Pilani, Pilani Campus</a:t>
            </a:r>
          </a:p>
        </p:txBody>
      </p:sp>
      <p:grpSp>
        <p:nvGrpSpPr>
          <p:cNvPr id="5" name="Group 11"/>
          <p:cNvGrpSpPr>
            <a:grpSpLocks/>
          </p:cNvGrpSpPr>
          <p:nvPr userDrawn="1"/>
        </p:nvGrpSpPr>
        <p:grpSpPr bwMode="auto">
          <a:xfrm>
            <a:off x="2084388" y="6550025"/>
            <a:ext cx="7059612" cy="49213"/>
            <a:chOff x="2083888" y="6550671"/>
            <a:chExt cx="7060112" cy="48665"/>
          </a:xfrm>
        </p:grpSpPr>
        <p:sp>
          <p:nvSpPr>
            <p:cNvPr id="6" name="Rectangle 5"/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  <p:sp>
          <p:nvSpPr>
            <p:cNvPr id="7" name="Rectangle 6"/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</p:grpSp>
      <p:grpSp>
        <p:nvGrpSpPr>
          <p:cNvPr id="9" name="Group 18"/>
          <p:cNvGrpSpPr>
            <a:grpSpLocks/>
          </p:cNvGrpSpPr>
          <p:nvPr userDrawn="1"/>
        </p:nvGrpSpPr>
        <p:grpSpPr bwMode="auto"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10" name="Rectangle 9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  <p:sp>
          <p:nvSpPr>
            <p:cNvPr id="12" name="Rectangle 11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</p:grpSp>
      <p:grpSp>
        <p:nvGrpSpPr>
          <p:cNvPr id="13" name="Group 22"/>
          <p:cNvGrpSpPr>
            <a:grpSpLocks/>
          </p:cNvGrpSpPr>
          <p:nvPr userDrawn="1"/>
        </p:nvGrpSpPr>
        <p:grpSpPr bwMode="auto"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14" name="Rectangle 13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  <p:sp>
          <p:nvSpPr>
            <p:cNvPr id="16" name="Rectangle 15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493837"/>
            <a:ext cx="8229600" cy="4525963"/>
          </a:xfrm>
          <a:prstGeom prst="rect">
            <a:avLst/>
          </a:prstGeom>
        </p:spPr>
        <p:txBody>
          <a:bodyPr/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40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60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2pPr>
            <a:lvl3pPr>
              <a:defRPr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3pPr>
            <a:lvl4pPr>
              <a:defRPr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4pPr>
            <a:lvl5pPr>
              <a:defRPr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  <a:endParaRPr lang="en-US" dirty="0"/>
          </a:p>
        </p:txBody>
      </p:sp>
      <p:sp>
        <p:nvSpPr>
          <p:cNvPr id="27" name="Content Placeholder 18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6324600" cy="1143000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951663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6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>
            <a:spLocks noChangeArrowheads="1"/>
          </p:cNvSpPr>
          <p:nvPr userDrawn="1"/>
        </p:nvSpPr>
        <p:spPr bwMode="auto">
          <a:xfrm>
            <a:off x="3276600" y="6596063"/>
            <a:ext cx="5867400" cy="261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rtl="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sz="1100" b="1" kern="1200">
                <a:solidFill>
                  <a:srgbClr val="101141"/>
                </a:solidFill>
                <a:ea typeface="+mn-ea"/>
              </a:rPr>
              <a:t>BITS </a:t>
            </a:r>
            <a:r>
              <a:rPr lang="en-US" altLang="en-US" sz="1100" kern="1200">
                <a:solidFill>
                  <a:srgbClr val="101141"/>
                </a:solidFill>
                <a:ea typeface="+mn-ea"/>
              </a:rPr>
              <a:t>Pilani, Pilani Campus</a:t>
            </a:r>
          </a:p>
        </p:txBody>
      </p:sp>
      <p:grpSp>
        <p:nvGrpSpPr>
          <p:cNvPr id="5" name="Group 11"/>
          <p:cNvGrpSpPr>
            <a:grpSpLocks/>
          </p:cNvGrpSpPr>
          <p:nvPr userDrawn="1"/>
        </p:nvGrpSpPr>
        <p:grpSpPr bwMode="auto">
          <a:xfrm>
            <a:off x="2084388" y="6550025"/>
            <a:ext cx="7059612" cy="49213"/>
            <a:chOff x="2083888" y="6550671"/>
            <a:chExt cx="7060112" cy="48665"/>
          </a:xfrm>
        </p:grpSpPr>
        <p:sp>
          <p:nvSpPr>
            <p:cNvPr id="6" name="Rectangle 5"/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  <p:sp>
          <p:nvSpPr>
            <p:cNvPr id="7" name="Rectangle 6"/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</p:grpSp>
      <p:grpSp>
        <p:nvGrpSpPr>
          <p:cNvPr id="9" name="Group 18"/>
          <p:cNvGrpSpPr>
            <a:grpSpLocks/>
          </p:cNvGrpSpPr>
          <p:nvPr userDrawn="1"/>
        </p:nvGrpSpPr>
        <p:grpSpPr bwMode="auto"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10" name="Rectangle 9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  <p:sp>
          <p:nvSpPr>
            <p:cNvPr id="12" name="Rectangle 11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</p:grpSp>
      <p:grpSp>
        <p:nvGrpSpPr>
          <p:cNvPr id="13" name="Group 22"/>
          <p:cNvGrpSpPr>
            <a:grpSpLocks/>
          </p:cNvGrpSpPr>
          <p:nvPr userDrawn="1"/>
        </p:nvGrpSpPr>
        <p:grpSpPr bwMode="auto"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14" name="Rectangle 13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  <p:sp>
          <p:nvSpPr>
            <p:cNvPr id="16" name="Rectangle 15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493837"/>
            <a:ext cx="8229600" cy="4525963"/>
          </a:xfrm>
          <a:prstGeom prst="rect">
            <a:avLst/>
          </a:prstGeom>
        </p:spPr>
        <p:txBody>
          <a:bodyPr/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40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60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2pPr>
            <a:lvl3pPr>
              <a:defRPr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3pPr>
            <a:lvl4pPr>
              <a:defRPr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4pPr>
            <a:lvl5pPr>
              <a:defRPr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  <a:endParaRPr lang="en-US" dirty="0"/>
          </a:p>
        </p:txBody>
      </p:sp>
      <p:sp>
        <p:nvSpPr>
          <p:cNvPr id="27" name="Content Placeholder 18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6324600" cy="1143000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526048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7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>
            <a:spLocks noChangeArrowheads="1"/>
          </p:cNvSpPr>
          <p:nvPr userDrawn="1"/>
        </p:nvSpPr>
        <p:spPr bwMode="auto">
          <a:xfrm>
            <a:off x="3276600" y="6596063"/>
            <a:ext cx="5867400" cy="261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rtl="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sz="1100" b="1" kern="1200">
                <a:solidFill>
                  <a:srgbClr val="101141"/>
                </a:solidFill>
                <a:ea typeface="+mn-ea"/>
              </a:rPr>
              <a:t>BITS </a:t>
            </a:r>
            <a:r>
              <a:rPr lang="en-US" altLang="en-US" sz="1100" kern="1200">
                <a:solidFill>
                  <a:srgbClr val="101141"/>
                </a:solidFill>
                <a:ea typeface="+mn-ea"/>
              </a:rPr>
              <a:t>Pilani, Pilani Campus</a:t>
            </a:r>
          </a:p>
        </p:txBody>
      </p:sp>
      <p:grpSp>
        <p:nvGrpSpPr>
          <p:cNvPr id="5" name="Group 11"/>
          <p:cNvGrpSpPr>
            <a:grpSpLocks/>
          </p:cNvGrpSpPr>
          <p:nvPr userDrawn="1"/>
        </p:nvGrpSpPr>
        <p:grpSpPr bwMode="auto">
          <a:xfrm>
            <a:off x="2084388" y="6550025"/>
            <a:ext cx="7059612" cy="49213"/>
            <a:chOff x="2083888" y="6550671"/>
            <a:chExt cx="7060112" cy="48665"/>
          </a:xfrm>
        </p:grpSpPr>
        <p:sp>
          <p:nvSpPr>
            <p:cNvPr id="6" name="Rectangle 5"/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  <p:sp>
          <p:nvSpPr>
            <p:cNvPr id="7" name="Rectangle 6"/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</p:grpSp>
      <p:grpSp>
        <p:nvGrpSpPr>
          <p:cNvPr id="9" name="Group 18"/>
          <p:cNvGrpSpPr>
            <a:grpSpLocks/>
          </p:cNvGrpSpPr>
          <p:nvPr userDrawn="1"/>
        </p:nvGrpSpPr>
        <p:grpSpPr bwMode="auto"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10" name="Rectangle 9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  <p:sp>
          <p:nvSpPr>
            <p:cNvPr id="12" name="Rectangle 11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</p:grpSp>
      <p:grpSp>
        <p:nvGrpSpPr>
          <p:cNvPr id="13" name="Group 22"/>
          <p:cNvGrpSpPr>
            <a:grpSpLocks/>
          </p:cNvGrpSpPr>
          <p:nvPr userDrawn="1"/>
        </p:nvGrpSpPr>
        <p:grpSpPr bwMode="auto"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14" name="Rectangle 13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  <p:sp>
          <p:nvSpPr>
            <p:cNvPr id="16" name="Rectangle 15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493837"/>
            <a:ext cx="8229600" cy="4525963"/>
          </a:xfrm>
          <a:prstGeom prst="rect">
            <a:avLst/>
          </a:prstGeom>
        </p:spPr>
        <p:txBody>
          <a:bodyPr/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40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60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2pPr>
            <a:lvl3pPr>
              <a:defRPr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3pPr>
            <a:lvl4pPr>
              <a:defRPr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4pPr>
            <a:lvl5pPr>
              <a:defRPr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  <a:endParaRPr lang="en-US" dirty="0"/>
          </a:p>
        </p:txBody>
      </p:sp>
      <p:sp>
        <p:nvSpPr>
          <p:cNvPr id="27" name="Content Placeholder 18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6324600" cy="1143000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6402898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7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>
            <a:spLocks noChangeArrowheads="1"/>
          </p:cNvSpPr>
          <p:nvPr userDrawn="1"/>
        </p:nvSpPr>
        <p:spPr bwMode="auto">
          <a:xfrm>
            <a:off x="3276600" y="6596063"/>
            <a:ext cx="5867400" cy="261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rtl="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sz="1100" b="1" kern="1200">
                <a:solidFill>
                  <a:srgbClr val="101141"/>
                </a:solidFill>
                <a:ea typeface="+mn-ea"/>
              </a:rPr>
              <a:t>BITS </a:t>
            </a:r>
            <a:r>
              <a:rPr lang="en-US" altLang="en-US" sz="1100" kern="1200">
                <a:solidFill>
                  <a:srgbClr val="101141"/>
                </a:solidFill>
                <a:ea typeface="+mn-ea"/>
              </a:rPr>
              <a:t>Pilani, Pilani Campus</a:t>
            </a:r>
          </a:p>
        </p:txBody>
      </p:sp>
      <p:grpSp>
        <p:nvGrpSpPr>
          <p:cNvPr id="5" name="Group 11"/>
          <p:cNvGrpSpPr>
            <a:grpSpLocks/>
          </p:cNvGrpSpPr>
          <p:nvPr userDrawn="1"/>
        </p:nvGrpSpPr>
        <p:grpSpPr bwMode="auto">
          <a:xfrm>
            <a:off x="2084388" y="6550025"/>
            <a:ext cx="7059612" cy="49213"/>
            <a:chOff x="2083888" y="6550671"/>
            <a:chExt cx="7060112" cy="48665"/>
          </a:xfrm>
        </p:grpSpPr>
        <p:sp>
          <p:nvSpPr>
            <p:cNvPr id="6" name="Rectangle 5"/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  <p:sp>
          <p:nvSpPr>
            <p:cNvPr id="7" name="Rectangle 6"/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</p:grpSp>
      <p:grpSp>
        <p:nvGrpSpPr>
          <p:cNvPr id="9" name="Group 18"/>
          <p:cNvGrpSpPr>
            <a:grpSpLocks/>
          </p:cNvGrpSpPr>
          <p:nvPr userDrawn="1"/>
        </p:nvGrpSpPr>
        <p:grpSpPr bwMode="auto"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10" name="Rectangle 9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  <p:sp>
          <p:nvSpPr>
            <p:cNvPr id="12" name="Rectangle 11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</p:grpSp>
      <p:grpSp>
        <p:nvGrpSpPr>
          <p:cNvPr id="13" name="Group 22"/>
          <p:cNvGrpSpPr>
            <a:grpSpLocks/>
          </p:cNvGrpSpPr>
          <p:nvPr userDrawn="1"/>
        </p:nvGrpSpPr>
        <p:grpSpPr bwMode="auto"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14" name="Rectangle 13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  <p:sp>
          <p:nvSpPr>
            <p:cNvPr id="16" name="Rectangle 15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493837"/>
            <a:ext cx="8229600" cy="4525963"/>
          </a:xfrm>
          <a:prstGeom prst="rect">
            <a:avLst/>
          </a:prstGeom>
        </p:spPr>
        <p:txBody>
          <a:bodyPr/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40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60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2pPr>
            <a:lvl3pPr>
              <a:defRPr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3pPr>
            <a:lvl4pPr>
              <a:defRPr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4pPr>
            <a:lvl5pPr>
              <a:defRPr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  <a:endParaRPr lang="en-US" dirty="0"/>
          </a:p>
        </p:txBody>
      </p:sp>
      <p:sp>
        <p:nvSpPr>
          <p:cNvPr id="27" name="Content Placeholder 18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6324600" cy="1143000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02975158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9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>
            <a:spLocks noChangeArrowheads="1"/>
          </p:cNvSpPr>
          <p:nvPr userDrawn="1"/>
        </p:nvSpPr>
        <p:spPr bwMode="auto">
          <a:xfrm>
            <a:off x="3276600" y="6596063"/>
            <a:ext cx="5867400" cy="261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rtl="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sz="1100" b="1" kern="1200">
                <a:solidFill>
                  <a:srgbClr val="101141"/>
                </a:solidFill>
                <a:ea typeface="+mn-ea"/>
              </a:rPr>
              <a:t>BITS </a:t>
            </a:r>
            <a:r>
              <a:rPr lang="en-US" altLang="en-US" sz="1100" kern="1200">
                <a:solidFill>
                  <a:srgbClr val="101141"/>
                </a:solidFill>
                <a:ea typeface="+mn-ea"/>
              </a:rPr>
              <a:t>Pilani, Pilani Campus</a:t>
            </a:r>
          </a:p>
        </p:txBody>
      </p:sp>
      <p:grpSp>
        <p:nvGrpSpPr>
          <p:cNvPr id="5" name="Group 11"/>
          <p:cNvGrpSpPr>
            <a:grpSpLocks/>
          </p:cNvGrpSpPr>
          <p:nvPr userDrawn="1"/>
        </p:nvGrpSpPr>
        <p:grpSpPr bwMode="auto">
          <a:xfrm>
            <a:off x="2084388" y="6550025"/>
            <a:ext cx="7059612" cy="49213"/>
            <a:chOff x="2083888" y="6550671"/>
            <a:chExt cx="7060112" cy="48665"/>
          </a:xfrm>
        </p:grpSpPr>
        <p:sp>
          <p:nvSpPr>
            <p:cNvPr id="6" name="Rectangle 5"/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  <p:sp>
          <p:nvSpPr>
            <p:cNvPr id="7" name="Rectangle 6"/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</p:grpSp>
      <p:grpSp>
        <p:nvGrpSpPr>
          <p:cNvPr id="9" name="Group 18"/>
          <p:cNvGrpSpPr>
            <a:grpSpLocks/>
          </p:cNvGrpSpPr>
          <p:nvPr userDrawn="1"/>
        </p:nvGrpSpPr>
        <p:grpSpPr bwMode="auto"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10" name="Rectangle 9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  <p:sp>
          <p:nvSpPr>
            <p:cNvPr id="12" name="Rectangle 11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</p:grpSp>
      <p:grpSp>
        <p:nvGrpSpPr>
          <p:cNvPr id="13" name="Group 22"/>
          <p:cNvGrpSpPr>
            <a:grpSpLocks/>
          </p:cNvGrpSpPr>
          <p:nvPr userDrawn="1"/>
        </p:nvGrpSpPr>
        <p:grpSpPr bwMode="auto"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14" name="Rectangle 13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  <p:sp>
          <p:nvSpPr>
            <p:cNvPr id="16" name="Rectangle 15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493837"/>
            <a:ext cx="8229600" cy="4525963"/>
          </a:xfrm>
          <a:prstGeom prst="rect">
            <a:avLst/>
          </a:prstGeom>
        </p:spPr>
        <p:txBody>
          <a:bodyPr/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40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60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2pPr>
            <a:lvl3pPr>
              <a:defRPr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3pPr>
            <a:lvl4pPr>
              <a:defRPr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4pPr>
            <a:lvl5pPr>
              <a:defRPr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  <a:endParaRPr lang="en-US" dirty="0"/>
          </a:p>
        </p:txBody>
      </p:sp>
      <p:sp>
        <p:nvSpPr>
          <p:cNvPr id="27" name="Content Placeholder 18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6324600" cy="1143000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46906682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>
            <a:spLocks noChangeArrowheads="1"/>
          </p:cNvSpPr>
          <p:nvPr userDrawn="1"/>
        </p:nvSpPr>
        <p:spPr bwMode="auto">
          <a:xfrm>
            <a:off x="3276600" y="6596063"/>
            <a:ext cx="5867400" cy="261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rtl="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sz="1100" b="1" kern="1200">
                <a:solidFill>
                  <a:srgbClr val="101141"/>
                </a:solidFill>
                <a:ea typeface="+mn-ea"/>
              </a:rPr>
              <a:t>BITS </a:t>
            </a:r>
            <a:r>
              <a:rPr lang="en-US" altLang="en-US" sz="1100" kern="1200">
                <a:solidFill>
                  <a:srgbClr val="101141"/>
                </a:solidFill>
                <a:ea typeface="+mn-ea"/>
              </a:rPr>
              <a:t>Pilani, Pilani Campus</a:t>
            </a:r>
          </a:p>
        </p:txBody>
      </p:sp>
      <p:grpSp>
        <p:nvGrpSpPr>
          <p:cNvPr id="5" name="Group 11"/>
          <p:cNvGrpSpPr>
            <a:grpSpLocks/>
          </p:cNvGrpSpPr>
          <p:nvPr userDrawn="1"/>
        </p:nvGrpSpPr>
        <p:grpSpPr bwMode="auto">
          <a:xfrm>
            <a:off x="2084388" y="6550025"/>
            <a:ext cx="7059612" cy="49213"/>
            <a:chOff x="2083888" y="6550671"/>
            <a:chExt cx="7060112" cy="48665"/>
          </a:xfrm>
        </p:grpSpPr>
        <p:sp>
          <p:nvSpPr>
            <p:cNvPr id="6" name="Rectangle 5"/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  <p:sp>
          <p:nvSpPr>
            <p:cNvPr id="7" name="Rectangle 6"/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</p:grpSp>
      <p:grpSp>
        <p:nvGrpSpPr>
          <p:cNvPr id="9" name="Group 18"/>
          <p:cNvGrpSpPr>
            <a:grpSpLocks/>
          </p:cNvGrpSpPr>
          <p:nvPr userDrawn="1"/>
        </p:nvGrpSpPr>
        <p:grpSpPr bwMode="auto"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10" name="Rectangle 9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  <p:sp>
          <p:nvSpPr>
            <p:cNvPr id="12" name="Rectangle 11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</p:grpSp>
      <p:grpSp>
        <p:nvGrpSpPr>
          <p:cNvPr id="13" name="Group 22"/>
          <p:cNvGrpSpPr>
            <a:grpSpLocks/>
          </p:cNvGrpSpPr>
          <p:nvPr userDrawn="1"/>
        </p:nvGrpSpPr>
        <p:grpSpPr bwMode="auto"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14" name="Rectangle 13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  <p:sp>
          <p:nvSpPr>
            <p:cNvPr id="16" name="Rectangle 15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493837"/>
            <a:ext cx="8229600" cy="4525963"/>
          </a:xfrm>
          <a:prstGeom prst="rect">
            <a:avLst/>
          </a:prstGeom>
        </p:spPr>
        <p:txBody>
          <a:bodyPr/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40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60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2pPr>
            <a:lvl3pPr>
              <a:defRPr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3pPr>
            <a:lvl4pPr>
              <a:defRPr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4pPr>
            <a:lvl5pPr>
              <a:defRPr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  <a:endParaRPr lang="en-US" dirty="0"/>
          </a:p>
        </p:txBody>
      </p:sp>
      <p:sp>
        <p:nvSpPr>
          <p:cNvPr id="27" name="Content Placeholder 18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6324600" cy="1143000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00189867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>
            <a:spLocks noChangeArrowheads="1"/>
          </p:cNvSpPr>
          <p:nvPr userDrawn="1"/>
        </p:nvSpPr>
        <p:spPr bwMode="auto">
          <a:xfrm>
            <a:off x="3276600" y="6596063"/>
            <a:ext cx="5867400" cy="261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rtl="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sz="1100" b="1" kern="1200">
                <a:solidFill>
                  <a:srgbClr val="101141"/>
                </a:solidFill>
                <a:ea typeface="+mn-ea"/>
              </a:rPr>
              <a:t>BITS </a:t>
            </a:r>
            <a:r>
              <a:rPr lang="en-US" altLang="en-US" sz="1100" kern="1200">
                <a:solidFill>
                  <a:srgbClr val="101141"/>
                </a:solidFill>
                <a:ea typeface="+mn-ea"/>
              </a:rPr>
              <a:t>Pilani, Pilani Campus</a:t>
            </a:r>
          </a:p>
        </p:txBody>
      </p:sp>
      <p:grpSp>
        <p:nvGrpSpPr>
          <p:cNvPr id="5" name="Group 11"/>
          <p:cNvGrpSpPr>
            <a:grpSpLocks/>
          </p:cNvGrpSpPr>
          <p:nvPr userDrawn="1"/>
        </p:nvGrpSpPr>
        <p:grpSpPr bwMode="auto">
          <a:xfrm>
            <a:off x="2084388" y="6550025"/>
            <a:ext cx="7059612" cy="49213"/>
            <a:chOff x="2083888" y="6550671"/>
            <a:chExt cx="7060112" cy="48665"/>
          </a:xfrm>
        </p:grpSpPr>
        <p:sp>
          <p:nvSpPr>
            <p:cNvPr id="6" name="Rectangle 5"/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  <p:sp>
          <p:nvSpPr>
            <p:cNvPr id="7" name="Rectangle 6"/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</p:grpSp>
      <p:grpSp>
        <p:nvGrpSpPr>
          <p:cNvPr id="9" name="Group 18"/>
          <p:cNvGrpSpPr>
            <a:grpSpLocks/>
          </p:cNvGrpSpPr>
          <p:nvPr userDrawn="1"/>
        </p:nvGrpSpPr>
        <p:grpSpPr bwMode="auto"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10" name="Rectangle 9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  <p:sp>
          <p:nvSpPr>
            <p:cNvPr id="12" name="Rectangle 11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</p:grpSp>
      <p:grpSp>
        <p:nvGrpSpPr>
          <p:cNvPr id="13" name="Group 22"/>
          <p:cNvGrpSpPr>
            <a:grpSpLocks/>
          </p:cNvGrpSpPr>
          <p:nvPr userDrawn="1"/>
        </p:nvGrpSpPr>
        <p:grpSpPr bwMode="auto"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14" name="Rectangle 13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  <p:sp>
          <p:nvSpPr>
            <p:cNvPr id="16" name="Rectangle 15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493837"/>
            <a:ext cx="8229600" cy="4525963"/>
          </a:xfrm>
          <a:prstGeom prst="rect">
            <a:avLst/>
          </a:prstGeom>
        </p:spPr>
        <p:txBody>
          <a:bodyPr/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40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60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2pPr>
            <a:lvl3pPr>
              <a:defRPr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3pPr>
            <a:lvl4pPr>
              <a:defRPr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4pPr>
            <a:lvl5pPr>
              <a:defRPr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  <a:endParaRPr lang="en-US" dirty="0"/>
          </a:p>
        </p:txBody>
      </p:sp>
      <p:sp>
        <p:nvSpPr>
          <p:cNvPr id="27" name="Content Placeholder 18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6324600" cy="1143000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0137315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>
            <a:spLocks noChangeArrowheads="1"/>
          </p:cNvSpPr>
          <p:nvPr userDrawn="1"/>
        </p:nvSpPr>
        <p:spPr bwMode="auto">
          <a:xfrm>
            <a:off x="3276600" y="6596063"/>
            <a:ext cx="5867400" cy="261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rtl="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sz="1100" b="1" kern="1200">
                <a:solidFill>
                  <a:srgbClr val="101141"/>
                </a:solidFill>
                <a:ea typeface="+mn-ea"/>
              </a:rPr>
              <a:t>BITS </a:t>
            </a:r>
            <a:r>
              <a:rPr lang="en-US" altLang="en-US" sz="1100" kern="1200">
                <a:solidFill>
                  <a:srgbClr val="101141"/>
                </a:solidFill>
                <a:ea typeface="+mn-ea"/>
              </a:rPr>
              <a:t>Pilani, Pilani Campus</a:t>
            </a:r>
          </a:p>
        </p:txBody>
      </p:sp>
      <p:grpSp>
        <p:nvGrpSpPr>
          <p:cNvPr id="5" name="Group 11"/>
          <p:cNvGrpSpPr>
            <a:grpSpLocks/>
          </p:cNvGrpSpPr>
          <p:nvPr userDrawn="1"/>
        </p:nvGrpSpPr>
        <p:grpSpPr bwMode="auto">
          <a:xfrm>
            <a:off x="2084388" y="6550025"/>
            <a:ext cx="7059612" cy="49213"/>
            <a:chOff x="2083888" y="6550671"/>
            <a:chExt cx="7060112" cy="48665"/>
          </a:xfrm>
        </p:grpSpPr>
        <p:sp>
          <p:nvSpPr>
            <p:cNvPr id="6" name="Rectangle 5"/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  <p:sp>
          <p:nvSpPr>
            <p:cNvPr id="7" name="Rectangle 6"/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</p:grpSp>
      <p:grpSp>
        <p:nvGrpSpPr>
          <p:cNvPr id="9" name="Group 18"/>
          <p:cNvGrpSpPr>
            <a:grpSpLocks/>
          </p:cNvGrpSpPr>
          <p:nvPr userDrawn="1"/>
        </p:nvGrpSpPr>
        <p:grpSpPr bwMode="auto"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10" name="Rectangle 9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  <p:sp>
          <p:nvSpPr>
            <p:cNvPr id="12" name="Rectangle 11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</p:grpSp>
      <p:grpSp>
        <p:nvGrpSpPr>
          <p:cNvPr id="13" name="Group 22"/>
          <p:cNvGrpSpPr>
            <a:grpSpLocks/>
          </p:cNvGrpSpPr>
          <p:nvPr userDrawn="1"/>
        </p:nvGrpSpPr>
        <p:grpSpPr bwMode="auto"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14" name="Rectangle 13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  <p:sp>
          <p:nvSpPr>
            <p:cNvPr id="16" name="Rectangle 15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493837"/>
            <a:ext cx="8229600" cy="4525963"/>
          </a:xfrm>
          <a:prstGeom prst="rect">
            <a:avLst/>
          </a:prstGeom>
        </p:spPr>
        <p:txBody>
          <a:bodyPr/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40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60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2pPr>
            <a:lvl3pPr>
              <a:defRPr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3pPr>
            <a:lvl4pPr>
              <a:defRPr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4pPr>
            <a:lvl5pPr>
              <a:defRPr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  <a:endParaRPr lang="en-US" dirty="0"/>
          </a:p>
        </p:txBody>
      </p:sp>
      <p:sp>
        <p:nvSpPr>
          <p:cNvPr id="27" name="Content Placeholder 18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6324600" cy="1143000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5260453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6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>
            <a:spLocks noChangeArrowheads="1"/>
          </p:cNvSpPr>
          <p:nvPr userDrawn="1"/>
        </p:nvSpPr>
        <p:spPr bwMode="auto">
          <a:xfrm>
            <a:off x="3276600" y="6596063"/>
            <a:ext cx="5867400" cy="261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rtl="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sz="1100" b="1" kern="1200">
                <a:solidFill>
                  <a:srgbClr val="101141"/>
                </a:solidFill>
                <a:ea typeface="+mn-ea"/>
              </a:rPr>
              <a:t>BITS </a:t>
            </a:r>
            <a:r>
              <a:rPr lang="en-US" altLang="en-US" sz="1100" kern="1200">
                <a:solidFill>
                  <a:srgbClr val="101141"/>
                </a:solidFill>
                <a:ea typeface="+mn-ea"/>
              </a:rPr>
              <a:t>Pilani, Pilani Campus</a:t>
            </a:r>
          </a:p>
        </p:txBody>
      </p:sp>
      <p:grpSp>
        <p:nvGrpSpPr>
          <p:cNvPr id="5" name="Group 11"/>
          <p:cNvGrpSpPr>
            <a:grpSpLocks/>
          </p:cNvGrpSpPr>
          <p:nvPr userDrawn="1"/>
        </p:nvGrpSpPr>
        <p:grpSpPr bwMode="auto">
          <a:xfrm>
            <a:off x="2084388" y="6550025"/>
            <a:ext cx="7059612" cy="49213"/>
            <a:chOff x="2083888" y="6550671"/>
            <a:chExt cx="7060112" cy="48665"/>
          </a:xfrm>
        </p:grpSpPr>
        <p:sp>
          <p:nvSpPr>
            <p:cNvPr id="6" name="Rectangle 5"/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  <p:sp>
          <p:nvSpPr>
            <p:cNvPr id="7" name="Rectangle 6"/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</p:grpSp>
      <p:grpSp>
        <p:nvGrpSpPr>
          <p:cNvPr id="9" name="Group 18"/>
          <p:cNvGrpSpPr>
            <a:grpSpLocks/>
          </p:cNvGrpSpPr>
          <p:nvPr userDrawn="1"/>
        </p:nvGrpSpPr>
        <p:grpSpPr bwMode="auto"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10" name="Rectangle 9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  <p:sp>
          <p:nvSpPr>
            <p:cNvPr id="12" name="Rectangle 11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</p:grpSp>
      <p:grpSp>
        <p:nvGrpSpPr>
          <p:cNvPr id="13" name="Group 22"/>
          <p:cNvGrpSpPr>
            <a:grpSpLocks/>
          </p:cNvGrpSpPr>
          <p:nvPr userDrawn="1"/>
        </p:nvGrpSpPr>
        <p:grpSpPr bwMode="auto"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14" name="Rectangle 13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  <p:sp>
          <p:nvSpPr>
            <p:cNvPr id="16" name="Rectangle 15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493837"/>
            <a:ext cx="8229600" cy="4525963"/>
          </a:xfrm>
          <a:prstGeom prst="rect">
            <a:avLst/>
          </a:prstGeom>
        </p:spPr>
        <p:txBody>
          <a:bodyPr/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40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60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2pPr>
            <a:lvl3pPr>
              <a:defRPr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3pPr>
            <a:lvl4pPr>
              <a:defRPr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4pPr>
            <a:lvl5pPr>
              <a:defRPr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  <a:endParaRPr lang="en-US" dirty="0"/>
          </a:p>
        </p:txBody>
      </p:sp>
      <p:sp>
        <p:nvSpPr>
          <p:cNvPr id="27" name="Content Placeholder 18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6324600" cy="1143000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9100963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7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>
            <a:spLocks noChangeArrowheads="1"/>
          </p:cNvSpPr>
          <p:nvPr userDrawn="1"/>
        </p:nvSpPr>
        <p:spPr bwMode="auto">
          <a:xfrm>
            <a:off x="3276600" y="6596063"/>
            <a:ext cx="5867400" cy="261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rtl="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sz="1100" b="1" kern="1200">
                <a:solidFill>
                  <a:srgbClr val="101141"/>
                </a:solidFill>
                <a:ea typeface="+mn-ea"/>
              </a:rPr>
              <a:t>BITS </a:t>
            </a:r>
            <a:r>
              <a:rPr lang="en-US" altLang="en-US" sz="1100" kern="1200">
                <a:solidFill>
                  <a:srgbClr val="101141"/>
                </a:solidFill>
                <a:ea typeface="+mn-ea"/>
              </a:rPr>
              <a:t>Pilani, Pilani Campus</a:t>
            </a:r>
          </a:p>
        </p:txBody>
      </p:sp>
      <p:grpSp>
        <p:nvGrpSpPr>
          <p:cNvPr id="5" name="Group 11"/>
          <p:cNvGrpSpPr>
            <a:grpSpLocks/>
          </p:cNvGrpSpPr>
          <p:nvPr userDrawn="1"/>
        </p:nvGrpSpPr>
        <p:grpSpPr bwMode="auto">
          <a:xfrm>
            <a:off x="2084388" y="6550025"/>
            <a:ext cx="7059612" cy="49213"/>
            <a:chOff x="2083888" y="6550671"/>
            <a:chExt cx="7060112" cy="48665"/>
          </a:xfrm>
        </p:grpSpPr>
        <p:sp>
          <p:nvSpPr>
            <p:cNvPr id="6" name="Rectangle 5"/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  <p:sp>
          <p:nvSpPr>
            <p:cNvPr id="7" name="Rectangle 6"/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</p:grpSp>
      <p:grpSp>
        <p:nvGrpSpPr>
          <p:cNvPr id="9" name="Group 18"/>
          <p:cNvGrpSpPr>
            <a:grpSpLocks/>
          </p:cNvGrpSpPr>
          <p:nvPr userDrawn="1"/>
        </p:nvGrpSpPr>
        <p:grpSpPr bwMode="auto"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10" name="Rectangle 9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  <p:sp>
          <p:nvSpPr>
            <p:cNvPr id="12" name="Rectangle 11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</p:grpSp>
      <p:grpSp>
        <p:nvGrpSpPr>
          <p:cNvPr id="13" name="Group 22"/>
          <p:cNvGrpSpPr>
            <a:grpSpLocks/>
          </p:cNvGrpSpPr>
          <p:nvPr userDrawn="1"/>
        </p:nvGrpSpPr>
        <p:grpSpPr bwMode="auto"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14" name="Rectangle 13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  <p:sp>
          <p:nvSpPr>
            <p:cNvPr id="16" name="Rectangle 15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493837"/>
            <a:ext cx="8229600" cy="4525963"/>
          </a:xfrm>
          <a:prstGeom prst="rect">
            <a:avLst/>
          </a:prstGeom>
        </p:spPr>
        <p:txBody>
          <a:bodyPr/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40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60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2pPr>
            <a:lvl3pPr>
              <a:defRPr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3pPr>
            <a:lvl4pPr>
              <a:defRPr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4pPr>
            <a:lvl5pPr>
              <a:defRPr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  <a:endParaRPr lang="en-US" dirty="0"/>
          </a:p>
        </p:txBody>
      </p:sp>
      <p:sp>
        <p:nvSpPr>
          <p:cNvPr id="27" name="Content Placeholder 18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6324600" cy="1143000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3828940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8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>
            <a:spLocks noChangeArrowheads="1"/>
          </p:cNvSpPr>
          <p:nvPr userDrawn="1"/>
        </p:nvSpPr>
        <p:spPr bwMode="auto">
          <a:xfrm>
            <a:off x="3276600" y="6596063"/>
            <a:ext cx="5867400" cy="261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rtl="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sz="1100" b="1" kern="1200">
                <a:solidFill>
                  <a:srgbClr val="101141"/>
                </a:solidFill>
                <a:ea typeface="+mn-ea"/>
              </a:rPr>
              <a:t>BITS </a:t>
            </a:r>
            <a:r>
              <a:rPr lang="en-US" altLang="en-US" sz="1100" kern="1200">
                <a:solidFill>
                  <a:srgbClr val="101141"/>
                </a:solidFill>
                <a:ea typeface="+mn-ea"/>
              </a:rPr>
              <a:t>Pilani, Pilani Campus</a:t>
            </a:r>
          </a:p>
        </p:txBody>
      </p:sp>
      <p:grpSp>
        <p:nvGrpSpPr>
          <p:cNvPr id="5" name="Group 11"/>
          <p:cNvGrpSpPr>
            <a:grpSpLocks/>
          </p:cNvGrpSpPr>
          <p:nvPr userDrawn="1"/>
        </p:nvGrpSpPr>
        <p:grpSpPr bwMode="auto">
          <a:xfrm>
            <a:off x="2084388" y="6550025"/>
            <a:ext cx="7059612" cy="49213"/>
            <a:chOff x="2083888" y="6550671"/>
            <a:chExt cx="7060112" cy="48665"/>
          </a:xfrm>
        </p:grpSpPr>
        <p:sp>
          <p:nvSpPr>
            <p:cNvPr id="6" name="Rectangle 5"/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  <p:sp>
          <p:nvSpPr>
            <p:cNvPr id="7" name="Rectangle 6"/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</p:grpSp>
      <p:grpSp>
        <p:nvGrpSpPr>
          <p:cNvPr id="9" name="Group 18"/>
          <p:cNvGrpSpPr>
            <a:grpSpLocks/>
          </p:cNvGrpSpPr>
          <p:nvPr userDrawn="1"/>
        </p:nvGrpSpPr>
        <p:grpSpPr bwMode="auto"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10" name="Rectangle 9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  <p:sp>
          <p:nvSpPr>
            <p:cNvPr id="12" name="Rectangle 11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</p:grpSp>
      <p:grpSp>
        <p:nvGrpSpPr>
          <p:cNvPr id="13" name="Group 22"/>
          <p:cNvGrpSpPr>
            <a:grpSpLocks/>
          </p:cNvGrpSpPr>
          <p:nvPr userDrawn="1"/>
        </p:nvGrpSpPr>
        <p:grpSpPr bwMode="auto"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14" name="Rectangle 13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  <p:sp>
          <p:nvSpPr>
            <p:cNvPr id="16" name="Rectangle 15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493837"/>
            <a:ext cx="8229600" cy="4525963"/>
          </a:xfrm>
          <a:prstGeom prst="rect">
            <a:avLst/>
          </a:prstGeom>
        </p:spPr>
        <p:txBody>
          <a:bodyPr/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40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60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2pPr>
            <a:lvl3pPr>
              <a:defRPr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3pPr>
            <a:lvl4pPr>
              <a:defRPr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4pPr>
            <a:lvl5pPr>
              <a:defRPr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  <a:endParaRPr lang="en-US" dirty="0"/>
          </a:p>
        </p:txBody>
      </p:sp>
      <p:sp>
        <p:nvSpPr>
          <p:cNvPr id="27" name="Content Placeholder 18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6324600" cy="1143000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7138834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9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>
            <a:spLocks noChangeArrowheads="1"/>
          </p:cNvSpPr>
          <p:nvPr userDrawn="1"/>
        </p:nvSpPr>
        <p:spPr bwMode="auto">
          <a:xfrm>
            <a:off x="3276600" y="6596063"/>
            <a:ext cx="5867400" cy="261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rtl="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sz="1100" b="1" kern="1200">
                <a:solidFill>
                  <a:srgbClr val="101141"/>
                </a:solidFill>
                <a:ea typeface="+mn-ea"/>
              </a:rPr>
              <a:t>BITS </a:t>
            </a:r>
            <a:r>
              <a:rPr lang="en-US" altLang="en-US" sz="1100" kern="1200">
                <a:solidFill>
                  <a:srgbClr val="101141"/>
                </a:solidFill>
                <a:ea typeface="+mn-ea"/>
              </a:rPr>
              <a:t>Pilani, Pilani Campus</a:t>
            </a:r>
          </a:p>
        </p:txBody>
      </p:sp>
      <p:grpSp>
        <p:nvGrpSpPr>
          <p:cNvPr id="5" name="Group 11"/>
          <p:cNvGrpSpPr>
            <a:grpSpLocks/>
          </p:cNvGrpSpPr>
          <p:nvPr userDrawn="1"/>
        </p:nvGrpSpPr>
        <p:grpSpPr bwMode="auto">
          <a:xfrm>
            <a:off x="2084388" y="6550025"/>
            <a:ext cx="7059612" cy="49213"/>
            <a:chOff x="2083888" y="6550671"/>
            <a:chExt cx="7060112" cy="48665"/>
          </a:xfrm>
        </p:grpSpPr>
        <p:sp>
          <p:nvSpPr>
            <p:cNvPr id="6" name="Rectangle 5"/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  <p:sp>
          <p:nvSpPr>
            <p:cNvPr id="7" name="Rectangle 6"/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</p:grpSp>
      <p:grpSp>
        <p:nvGrpSpPr>
          <p:cNvPr id="9" name="Group 18"/>
          <p:cNvGrpSpPr>
            <a:grpSpLocks/>
          </p:cNvGrpSpPr>
          <p:nvPr userDrawn="1"/>
        </p:nvGrpSpPr>
        <p:grpSpPr bwMode="auto"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10" name="Rectangle 9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  <p:sp>
          <p:nvSpPr>
            <p:cNvPr id="12" name="Rectangle 11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</p:grpSp>
      <p:grpSp>
        <p:nvGrpSpPr>
          <p:cNvPr id="13" name="Group 22"/>
          <p:cNvGrpSpPr>
            <a:grpSpLocks/>
          </p:cNvGrpSpPr>
          <p:nvPr userDrawn="1"/>
        </p:nvGrpSpPr>
        <p:grpSpPr bwMode="auto"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14" name="Rectangle 13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  <p:sp>
          <p:nvSpPr>
            <p:cNvPr id="16" name="Rectangle 15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493837"/>
            <a:ext cx="8229600" cy="4525963"/>
          </a:xfrm>
          <a:prstGeom prst="rect">
            <a:avLst/>
          </a:prstGeom>
        </p:spPr>
        <p:txBody>
          <a:bodyPr/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40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60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2pPr>
            <a:lvl3pPr>
              <a:defRPr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3pPr>
            <a:lvl4pPr>
              <a:defRPr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4pPr>
            <a:lvl5pPr>
              <a:defRPr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  <a:endParaRPr lang="en-US" dirty="0"/>
          </a:p>
        </p:txBody>
      </p:sp>
      <p:sp>
        <p:nvSpPr>
          <p:cNvPr id="27" name="Content Placeholder 18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6324600" cy="1143000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4524450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0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>
            <a:spLocks noChangeArrowheads="1"/>
          </p:cNvSpPr>
          <p:nvPr userDrawn="1"/>
        </p:nvSpPr>
        <p:spPr bwMode="auto">
          <a:xfrm>
            <a:off x="3276600" y="6596063"/>
            <a:ext cx="5867400" cy="261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rtl="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sz="1100" b="1" kern="1200">
                <a:solidFill>
                  <a:srgbClr val="101141"/>
                </a:solidFill>
                <a:ea typeface="+mn-ea"/>
              </a:rPr>
              <a:t>BITS </a:t>
            </a:r>
            <a:r>
              <a:rPr lang="en-US" altLang="en-US" sz="1100" kern="1200">
                <a:solidFill>
                  <a:srgbClr val="101141"/>
                </a:solidFill>
                <a:ea typeface="+mn-ea"/>
              </a:rPr>
              <a:t>Pilani, Pilani Campus</a:t>
            </a:r>
          </a:p>
        </p:txBody>
      </p:sp>
      <p:grpSp>
        <p:nvGrpSpPr>
          <p:cNvPr id="5" name="Group 11"/>
          <p:cNvGrpSpPr>
            <a:grpSpLocks/>
          </p:cNvGrpSpPr>
          <p:nvPr userDrawn="1"/>
        </p:nvGrpSpPr>
        <p:grpSpPr bwMode="auto">
          <a:xfrm>
            <a:off x="2084388" y="6550025"/>
            <a:ext cx="7059612" cy="49213"/>
            <a:chOff x="2083888" y="6550671"/>
            <a:chExt cx="7060112" cy="48665"/>
          </a:xfrm>
        </p:grpSpPr>
        <p:sp>
          <p:nvSpPr>
            <p:cNvPr id="6" name="Rectangle 5"/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  <p:sp>
          <p:nvSpPr>
            <p:cNvPr id="7" name="Rectangle 6"/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</p:grpSp>
      <p:grpSp>
        <p:nvGrpSpPr>
          <p:cNvPr id="9" name="Group 18"/>
          <p:cNvGrpSpPr>
            <a:grpSpLocks/>
          </p:cNvGrpSpPr>
          <p:nvPr userDrawn="1"/>
        </p:nvGrpSpPr>
        <p:grpSpPr bwMode="auto"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10" name="Rectangle 9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  <p:sp>
          <p:nvSpPr>
            <p:cNvPr id="12" name="Rectangle 11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</p:grpSp>
      <p:grpSp>
        <p:nvGrpSpPr>
          <p:cNvPr id="13" name="Group 22"/>
          <p:cNvGrpSpPr>
            <a:grpSpLocks/>
          </p:cNvGrpSpPr>
          <p:nvPr userDrawn="1"/>
        </p:nvGrpSpPr>
        <p:grpSpPr bwMode="auto"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14" name="Rectangle 13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  <p:sp>
          <p:nvSpPr>
            <p:cNvPr id="16" name="Rectangle 15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493837"/>
            <a:ext cx="8229600" cy="4525963"/>
          </a:xfrm>
          <a:prstGeom prst="rect">
            <a:avLst/>
          </a:prstGeom>
        </p:spPr>
        <p:txBody>
          <a:bodyPr/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40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60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2pPr>
            <a:lvl3pPr>
              <a:defRPr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3pPr>
            <a:lvl4pPr>
              <a:defRPr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4pPr>
            <a:lvl5pPr>
              <a:defRPr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  <a:endParaRPr lang="en-US" dirty="0"/>
          </a:p>
        </p:txBody>
      </p:sp>
      <p:sp>
        <p:nvSpPr>
          <p:cNvPr id="27" name="Content Placeholder 18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6324600" cy="1143000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83435941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>
            <a:spLocks noChangeArrowheads="1"/>
          </p:cNvSpPr>
          <p:nvPr userDrawn="1"/>
        </p:nvSpPr>
        <p:spPr bwMode="auto">
          <a:xfrm>
            <a:off x="3276600" y="6596063"/>
            <a:ext cx="5867400" cy="261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rtl="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sz="1100" b="1" kern="1200">
                <a:solidFill>
                  <a:srgbClr val="101141"/>
                </a:solidFill>
                <a:ea typeface="+mn-ea"/>
              </a:rPr>
              <a:t>BITS </a:t>
            </a:r>
            <a:r>
              <a:rPr lang="en-US" altLang="en-US" sz="1100" kern="1200">
                <a:solidFill>
                  <a:srgbClr val="101141"/>
                </a:solidFill>
                <a:ea typeface="+mn-ea"/>
              </a:rPr>
              <a:t>Pilani, Pilani Campus</a:t>
            </a:r>
          </a:p>
        </p:txBody>
      </p:sp>
      <p:grpSp>
        <p:nvGrpSpPr>
          <p:cNvPr id="5" name="Group 11"/>
          <p:cNvGrpSpPr>
            <a:grpSpLocks/>
          </p:cNvGrpSpPr>
          <p:nvPr userDrawn="1"/>
        </p:nvGrpSpPr>
        <p:grpSpPr bwMode="auto">
          <a:xfrm>
            <a:off x="2084388" y="6550025"/>
            <a:ext cx="7059612" cy="49213"/>
            <a:chOff x="2083888" y="6550671"/>
            <a:chExt cx="7060112" cy="48665"/>
          </a:xfrm>
        </p:grpSpPr>
        <p:sp>
          <p:nvSpPr>
            <p:cNvPr id="6" name="Rectangle 5"/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  <p:sp>
          <p:nvSpPr>
            <p:cNvPr id="7" name="Rectangle 6"/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</p:grpSp>
      <p:grpSp>
        <p:nvGrpSpPr>
          <p:cNvPr id="9" name="Group 18"/>
          <p:cNvGrpSpPr>
            <a:grpSpLocks/>
          </p:cNvGrpSpPr>
          <p:nvPr userDrawn="1"/>
        </p:nvGrpSpPr>
        <p:grpSpPr bwMode="auto"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10" name="Rectangle 9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  <p:sp>
          <p:nvSpPr>
            <p:cNvPr id="12" name="Rectangle 11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</p:grpSp>
      <p:grpSp>
        <p:nvGrpSpPr>
          <p:cNvPr id="13" name="Group 22"/>
          <p:cNvGrpSpPr>
            <a:grpSpLocks/>
          </p:cNvGrpSpPr>
          <p:nvPr userDrawn="1"/>
        </p:nvGrpSpPr>
        <p:grpSpPr bwMode="auto"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14" name="Rectangle 13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  <p:sp>
          <p:nvSpPr>
            <p:cNvPr id="16" name="Rectangle 15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493837"/>
            <a:ext cx="8229600" cy="4525963"/>
          </a:xfrm>
          <a:prstGeom prst="rect">
            <a:avLst/>
          </a:prstGeom>
        </p:spPr>
        <p:txBody>
          <a:bodyPr/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40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60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2pPr>
            <a:lvl3pPr>
              <a:defRPr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3pPr>
            <a:lvl4pPr>
              <a:defRPr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4pPr>
            <a:lvl5pPr>
              <a:defRPr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  <a:endParaRPr lang="en-US" dirty="0"/>
          </a:p>
        </p:txBody>
      </p:sp>
      <p:sp>
        <p:nvSpPr>
          <p:cNvPr id="27" name="Content Placeholder 18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6324600" cy="1143000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9708605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8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o not remove" hidden="1"/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25400" cap="flat" cmpd="sng" algn="ctr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 rtl="0">
              <a:defRPr/>
            </a:pPr>
            <a:endParaRPr lang="en-US" sz="1013" kern="1200">
              <a:solidFill>
                <a:prstClr val="white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304800" y="1493841"/>
            <a:ext cx="8229600" cy="4525963"/>
          </a:xfrm>
          <a:prstGeom prst="rect">
            <a:avLst/>
          </a:prstGeom>
        </p:spPr>
        <p:txBody>
          <a:bodyPr/>
          <a:lstStyle>
            <a:lvl1pPr marL="192881" marR="0" indent="-192881" algn="l" defTabSz="51435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1350">
                <a:latin typeface="Arial" pitchFamily="34" charset="0"/>
                <a:cs typeface="Arial" pitchFamily="34" charset="0"/>
              </a:defRPr>
            </a:lvl1pPr>
            <a:lvl2pPr marL="417910" marR="0" indent="-160735" algn="l" defTabSz="51435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900">
                <a:latin typeface="Arial" pitchFamily="34" charset="0"/>
                <a:cs typeface="Arial" pitchFamily="34" charset="0"/>
              </a:defRPr>
            </a:lvl2pPr>
          </a:lstStyle>
          <a:p>
            <a:pPr marL="192881" marR="0" lvl="0" indent="-192881" algn="l" defTabSz="51435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1350" u="none" strike="noStrike" kern="1200" cap="none" spc="0" normalizeH="0" baseline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</a:p>
          <a:p>
            <a:pPr marL="417910" marR="0" lvl="1" indent="-160735" algn="l" defTabSz="51435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</a:p>
          <a:p>
            <a:pPr marL="417910" marR="0" lvl="1" indent="-160735" algn="l" defTabSz="51435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</a:p>
          <a:p>
            <a:pPr marL="417910" marR="0" lvl="1" indent="-160735" algn="l" defTabSz="51435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</a:p>
          <a:p>
            <a:pPr marL="417910" marR="0" lvl="1" indent="-160735" algn="l" defTabSz="51435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</a:p>
          <a:p>
            <a:pPr marL="417910" marR="0" lvl="1" indent="-160735" algn="l" defTabSz="51435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  <a:endParaRPr kumimoji="0" lang="en-GB" sz="1350" u="none" strike="noStrike" kern="1200" cap="none" spc="0" normalizeH="0" noProof="0" dirty="0">
              <a:ln>
                <a:noFill/>
              </a:ln>
              <a:solidFill>
                <a:srgbClr val="101141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192881" marR="0" lvl="0" indent="-192881" algn="l" defTabSz="51435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1350" u="none" strike="noStrike" kern="1200" cap="none" spc="0" normalizeH="0" baseline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endParaRPr lang="en-US" dirty="0"/>
          </a:p>
          <a:p>
            <a:pPr marL="192881" marR="0" lvl="0" indent="-192881" algn="l" defTabSz="51435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1350" u="none" strike="noStrike" kern="1200" cap="none" spc="0" normalizeH="0" baseline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endParaRPr lang="en-US" dirty="0"/>
          </a:p>
          <a:p>
            <a:pPr marL="192881" marR="0" lvl="0" indent="-192881" algn="l" defTabSz="51435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1350" u="none" strike="noStrike" kern="1200" cap="none" spc="0" normalizeH="0" baseline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endParaRPr lang="en-US" dirty="0"/>
          </a:p>
        </p:txBody>
      </p:sp>
      <p:sp>
        <p:nvSpPr>
          <p:cNvPr id="7" name="TextBox 6"/>
          <p:cNvSpPr txBox="1"/>
          <p:nvPr userDrawn="1"/>
        </p:nvSpPr>
        <p:spPr>
          <a:xfrm>
            <a:off x="3276600" y="6596393"/>
            <a:ext cx="5867400" cy="1876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defTabSz="685800" rtl="0">
              <a:defRPr/>
            </a:pPr>
            <a:r>
              <a:rPr lang="en-US" sz="619" b="1" kern="1200" dirty="0">
                <a:solidFill>
                  <a:srgbClr val="101141"/>
                </a:solidFill>
                <a:latin typeface="Arial"/>
                <a:ea typeface="+mn-ea"/>
                <a:cs typeface="Arial"/>
              </a:rPr>
              <a:t>BITS </a:t>
            </a:r>
            <a:r>
              <a:rPr lang="en-US" sz="619" kern="1200" dirty="0">
                <a:solidFill>
                  <a:srgbClr val="101141"/>
                </a:solidFill>
                <a:latin typeface="Arial"/>
                <a:ea typeface="+mn-ea"/>
                <a:cs typeface="Arial"/>
              </a:rPr>
              <a:t>Pilani, Deemed to be University under Section 3 of UGC Act, 1956</a:t>
            </a:r>
          </a:p>
        </p:txBody>
      </p:sp>
      <p:grpSp>
        <p:nvGrpSpPr>
          <p:cNvPr id="12" name="Group 11"/>
          <p:cNvGrpSpPr/>
          <p:nvPr userDrawn="1"/>
        </p:nvGrpSpPr>
        <p:grpSpPr>
          <a:xfrm>
            <a:off x="2083888" y="6550675"/>
            <a:ext cx="7060112" cy="48665"/>
            <a:chOff x="2083888" y="6550671"/>
            <a:chExt cx="7060112" cy="48665"/>
          </a:xfrm>
        </p:grpSpPr>
        <p:sp>
          <p:nvSpPr>
            <p:cNvPr id="13" name="Rectangle 12"/>
            <p:cNvSpPr/>
            <p:nvPr/>
          </p:nvSpPr>
          <p:spPr>
            <a:xfrm>
              <a:off x="4630476" y="6550672"/>
              <a:ext cx="2328591" cy="48664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 rtl="0">
                <a:defRPr/>
              </a:pPr>
              <a:endParaRPr lang="en-US" sz="1013" kern="1200">
                <a:solidFill>
                  <a:prstClr val="white"/>
                </a:solidFill>
              </a:endParaRPr>
            </a:p>
          </p:txBody>
        </p:sp>
        <p:sp>
          <p:nvSpPr>
            <p:cNvPr id="14" name="Rectangle 13"/>
            <p:cNvSpPr/>
            <p:nvPr/>
          </p:nvSpPr>
          <p:spPr>
            <a:xfrm>
              <a:off x="6907874" y="6550671"/>
              <a:ext cx="2236126" cy="45719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 rtl="0">
                <a:defRPr/>
              </a:pPr>
              <a:endParaRPr lang="en-US" sz="1013" kern="1200">
                <a:solidFill>
                  <a:prstClr val="white"/>
                </a:solidFill>
              </a:endParaRP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2083888" y="6550672"/>
              <a:ext cx="2580680" cy="48664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 rtl="0">
                <a:defRPr/>
              </a:pPr>
              <a:endParaRPr lang="en-US" sz="1013" kern="1200">
                <a:solidFill>
                  <a:prstClr val="white"/>
                </a:solidFill>
              </a:endParaRPr>
            </a:p>
          </p:txBody>
        </p:sp>
      </p:grpSp>
      <p:pic>
        <p:nvPicPr>
          <p:cNvPr id="16" name="Picture 15" descr="Picture 7.png"/>
          <p:cNvPicPr>
            <a:picLocks noChangeAspect="1"/>
          </p:cNvPicPr>
          <p:nvPr userDrawn="1"/>
        </p:nvPicPr>
        <p:blipFill>
          <a:blip r:embed="rId3" cstate="print"/>
          <a:srcRect l="1923" b="5336"/>
          <a:stretch>
            <a:fillRect/>
          </a:stretch>
        </p:blipFill>
        <p:spPr>
          <a:xfrm>
            <a:off x="6629402" y="-1"/>
            <a:ext cx="2193193" cy="692697"/>
          </a:xfrm>
          <a:prstGeom prst="rect">
            <a:avLst/>
          </a:prstGeom>
        </p:spPr>
      </p:pic>
      <p:grpSp>
        <p:nvGrpSpPr>
          <p:cNvPr id="19" name="Group 18"/>
          <p:cNvGrpSpPr/>
          <p:nvPr userDrawn="1"/>
        </p:nvGrpSpPr>
        <p:grpSpPr>
          <a:xfrm>
            <a:off x="2133600" y="6558116"/>
            <a:ext cx="7010400" cy="45719"/>
            <a:chOff x="1905000" y="6553200"/>
            <a:chExt cx="7010400" cy="45719"/>
          </a:xfrm>
        </p:grpSpPr>
        <p:sp>
          <p:nvSpPr>
            <p:cNvPr id="20" name="Rectangle 19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 rtl="0">
                <a:defRPr/>
              </a:pPr>
              <a:endParaRPr lang="en-US" sz="1013" kern="1200">
                <a:solidFill>
                  <a:prstClr val="white"/>
                </a:solidFill>
              </a:endParaRPr>
            </a:p>
          </p:txBody>
        </p:sp>
        <p:sp>
          <p:nvSpPr>
            <p:cNvPr id="21" name="Rectangle 20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 rtl="0">
                <a:defRPr/>
              </a:pPr>
              <a:endParaRPr lang="en-US" sz="1013" kern="1200">
                <a:solidFill>
                  <a:prstClr val="white"/>
                </a:solidFill>
              </a:endParaRPr>
            </a:p>
          </p:txBody>
        </p:sp>
        <p:sp>
          <p:nvSpPr>
            <p:cNvPr id="22" name="Rectangle 21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 rtl="0">
                <a:defRPr/>
              </a:pPr>
              <a:endParaRPr lang="en-US" sz="1013" kern="1200">
                <a:solidFill>
                  <a:prstClr val="white"/>
                </a:solidFill>
              </a:endParaRPr>
            </a:p>
          </p:txBody>
        </p:sp>
      </p:grpSp>
      <p:grpSp>
        <p:nvGrpSpPr>
          <p:cNvPr id="23" name="Group 22"/>
          <p:cNvGrpSpPr/>
          <p:nvPr userDrawn="1"/>
        </p:nvGrpSpPr>
        <p:grpSpPr>
          <a:xfrm>
            <a:off x="0" y="1295404"/>
            <a:ext cx="7010400" cy="45719"/>
            <a:chOff x="1905000" y="6553200"/>
            <a:chExt cx="7010400" cy="45719"/>
          </a:xfrm>
        </p:grpSpPr>
        <p:sp>
          <p:nvSpPr>
            <p:cNvPr id="24" name="Rectangle 23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 rtl="0">
                <a:defRPr/>
              </a:pPr>
              <a:endParaRPr lang="en-US" sz="1013" kern="1200">
                <a:solidFill>
                  <a:prstClr val="white"/>
                </a:solidFill>
              </a:endParaRPr>
            </a:p>
          </p:txBody>
        </p:sp>
        <p:sp>
          <p:nvSpPr>
            <p:cNvPr id="25" name="Rectangle 24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 rtl="0">
                <a:defRPr/>
              </a:pPr>
              <a:endParaRPr lang="en-US" sz="1013" kern="1200">
                <a:solidFill>
                  <a:prstClr val="white"/>
                </a:solidFill>
              </a:endParaRPr>
            </a:p>
          </p:txBody>
        </p:sp>
        <p:sp>
          <p:nvSpPr>
            <p:cNvPr id="26" name="Rectangle 25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 rtl="0">
                <a:defRPr/>
              </a:pPr>
              <a:endParaRPr lang="en-US" sz="1013" kern="1200">
                <a:solidFill>
                  <a:prstClr val="white"/>
                </a:solidFill>
              </a:endParaRPr>
            </a:p>
          </p:txBody>
        </p:sp>
      </p:grpSp>
      <p:sp>
        <p:nvSpPr>
          <p:cNvPr id="27" name="Content Placeholder 18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6324600" cy="1143000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 marL="0">
              <a:lnSpc>
                <a:spcPts val="2025"/>
              </a:lnSpc>
              <a:spcBef>
                <a:spcPts val="0"/>
              </a:spcBef>
              <a:buNone/>
              <a:defRPr sz="2025" b="1" spc="-85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FA95B91-80DC-439F-8C70-3B1EBFBBF1F5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495800" y="6363741"/>
            <a:ext cx="914400" cy="9144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4116052-1273-4EC0-ADD6-422E16AA4781}"/>
              </a:ext>
            </a:extLst>
          </p:cNvPr>
          <p:cNvSpPr>
            <a:spLocks noGrp="1"/>
          </p:cNvSpPr>
          <p:nvPr>
            <p:ph type="dt" sz="half" idx="12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/>
          <a:lstStyle/>
          <a:p>
            <a:pPr algn="l" rtl="0" fontAlgn="base">
              <a:spcBef>
                <a:spcPct val="0"/>
              </a:spcBef>
              <a:spcAft>
                <a:spcPct val="0"/>
              </a:spcAft>
            </a:pPr>
            <a:endParaRPr lang="en-US" sz="1200" kern="1200">
              <a:solidFill>
                <a:prstClr val="black">
                  <a:tint val="75000"/>
                </a:prstClr>
              </a:solidFill>
              <a:latin typeface="Tahoma" charset="0"/>
              <a:ea typeface="+mn-ea"/>
              <a:cs typeface="+mn-cs"/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DE8E7A-623C-40DD-A712-BEEDA93A9756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7358633" y="6639735"/>
            <a:ext cx="1706245" cy="182245"/>
          </a:xfrm>
          <a:prstGeom prst="rect">
            <a:avLst/>
          </a:prstGeom>
        </p:spPr>
        <p:txBody>
          <a:bodyPr/>
          <a:lstStyle/>
          <a:p>
            <a:pPr algn="l" rtl="0" fontAlgn="base">
              <a:spcBef>
                <a:spcPct val="0"/>
              </a:spcBef>
              <a:spcAft>
                <a:spcPct val="0"/>
              </a:spcAft>
            </a:pPr>
            <a:endParaRPr lang="en-US" sz="1200" kern="1200">
              <a:solidFill>
                <a:prstClr val="black">
                  <a:tint val="75000"/>
                </a:prstClr>
              </a:solidFill>
              <a:latin typeface="Tahoma" charset="0"/>
              <a:ea typeface="+mn-ea"/>
              <a:cs typeface="+mn-cs"/>
            </a:endParaRP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0CD26A9A-C7D3-441E-9815-2014756B5490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7010400" y="6101555"/>
            <a:ext cx="2133600" cy="365125"/>
          </a:xfrm>
          <a:prstGeom prst="rect">
            <a:avLst/>
          </a:prstGeom>
        </p:spPr>
        <p:txBody>
          <a:bodyPr/>
          <a:lstStyle/>
          <a:p>
            <a:pPr algn="l" rtl="0" fontAlgn="base">
              <a:spcBef>
                <a:spcPct val="0"/>
              </a:spcBef>
              <a:spcAft>
                <a:spcPct val="0"/>
              </a:spcAft>
            </a:pPr>
            <a:fld id="{BC8D7E44-7D4F-4942-A8C9-2DF6BF8399E8}" type="slidenum">
              <a:rPr lang="en-US" sz="1200" kern="1200">
                <a:solidFill>
                  <a:prstClr val="black">
                    <a:tint val="75000"/>
                  </a:prstClr>
                </a:solidFill>
                <a:latin typeface="Tahoma" charset="0"/>
                <a:ea typeface="+mn-ea"/>
                <a:cs typeface="+mn-cs"/>
              </a:rPr>
              <a:pPr algn="l" rtl="0"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sz="1200" kern="1200" dirty="0">
              <a:solidFill>
                <a:prstClr val="black">
                  <a:tint val="75000"/>
                </a:prstClr>
              </a:solidFill>
              <a:latin typeface="Tahoma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5922763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o not remove" hidden="1"/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25400" cap="flat" cmpd="sng" algn="ctr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 rtl="0">
              <a:defRPr/>
            </a:pPr>
            <a:endParaRPr lang="en-US" sz="1013" kern="1200">
              <a:solidFill>
                <a:prstClr val="white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304800" y="1493841"/>
            <a:ext cx="8229600" cy="4525963"/>
          </a:xfrm>
          <a:prstGeom prst="rect">
            <a:avLst/>
          </a:prstGeom>
        </p:spPr>
        <p:txBody>
          <a:bodyPr/>
          <a:lstStyle>
            <a:lvl1pPr marL="192881" marR="0" indent="-192881" algn="l" defTabSz="51435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1350">
                <a:latin typeface="Arial" pitchFamily="34" charset="0"/>
                <a:cs typeface="Arial" pitchFamily="34" charset="0"/>
              </a:defRPr>
            </a:lvl1pPr>
            <a:lvl2pPr marL="417910" marR="0" indent="-160735" algn="l" defTabSz="51435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900">
                <a:latin typeface="Arial" pitchFamily="34" charset="0"/>
                <a:cs typeface="Arial" pitchFamily="34" charset="0"/>
              </a:defRPr>
            </a:lvl2pPr>
          </a:lstStyle>
          <a:p>
            <a:pPr marL="192881" marR="0" lvl="0" indent="-192881" algn="l" defTabSz="51435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1350" u="none" strike="noStrike" kern="1200" cap="none" spc="0" normalizeH="0" baseline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</a:p>
          <a:p>
            <a:pPr marL="417910" marR="0" lvl="1" indent="-160735" algn="l" defTabSz="51435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</a:p>
          <a:p>
            <a:pPr marL="417910" marR="0" lvl="1" indent="-160735" algn="l" defTabSz="51435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</a:p>
          <a:p>
            <a:pPr marL="417910" marR="0" lvl="1" indent="-160735" algn="l" defTabSz="51435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</a:p>
          <a:p>
            <a:pPr marL="417910" marR="0" lvl="1" indent="-160735" algn="l" defTabSz="51435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</a:p>
          <a:p>
            <a:pPr marL="417910" marR="0" lvl="1" indent="-160735" algn="l" defTabSz="51435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  <a:endParaRPr kumimoji="0" lang="en-GB" sz="1350" u="none" strike="noStrike" kern="1200" cap="none" spc="0" normalizeH="0" noProof="0" dirty="0">
              <a:ln>
                <a:noFill/>
              </a:ln>
              <a:solidFill>
                <a:srgbClr val="101141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192881" marR="0" lvl="0" indent="-192881" algn="l" defTabSz="51435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1350" u="none" strike="noStrike" kern="1200" cap="none" spc="0" normalizeH="0" baseline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endParaRPr lang="en-US" dirty="0"/>
          </a:p>
          <a:p>
            <a:pPr marL="192881" marR="0" lvl="0" indent="-192881" algn="l" defTabSz="51435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1350" u="none" strike="noStrike" kern="1200" cap="none" spc="0" normalizeH="0" baseline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endParaRPr lang="en-US" dirty="0"/>
          </a:p>
          <a:p>
            <a:pPr marL="192881" marR="0" lvl="0" indent="-192881" algn="l" defTabSz="51435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1350" u="none" strike="noStrike" kern="1200" cap="none" spc="0" normalizeH="0" baseline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endParaRPr lang="en-US" dirty="0"/>
          </a:p>
        </p:txBody>
      </p:sp>
      <p:sp>
        <p:nvSpPr>
          <p:cNvPr id="7" name="TextBox 6"/>
          <p:cNvSpPr txBox="1"/>
          <p:nvPr userDrawn="1"/>
        </p:nvSpPr>
        <p:spPr>
          <a:xfrm>
            <a:off x="3276600" y="6596393"/>
            <a:ext cx="5867400" cy="1876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defTabSz="685800" rtl="0">
              <a:defRPr/>
            </a:pPr>
            <a:r>
              <a:rPr lang="en-US" sz="619" b="1" kern="1200" dirty="0">
                <a:solidFill>
                  <a:srgbClr val="101141"/>
                </a:solidFill>
                <a:latin typeface="Arial"/>
                <a:ea typeface="+mn-ea"/>
                <a:cs typeface="Arial"/>
              </a:rPr>
              <a:t>BITS </a:t>
            </a:r>
            <a:r>
              <a:rPr lang="en-US" sz="619" kern="1200" dirty="0">
                <a:solidFill>
                  <a:srgbClr val="101141"/>
                </a:solidFill>
                <a:latin typeface="Arial"/>
                <a:ea typeface="+mn-ea"/>
                <a:cs typeface="Arial"/>
              </a:rPr>
              <a:t>Pilani, Deemed to be University under Section 3 of UGC Act, 1956</a:t>
            </a:r>
          </a:p>
        </p:txBody>
      </p:sp>
      <p:grpSp>
        <p:nvGrpSpPr>
          <p:cNvPr id="12" name="Group 11"/>
          <p:cNvGrpSpPr/>
          <p:nvPr userDrawn="1"/>
        </p:nvGrpSpPr>
        <p:grpSpPr>
          <a:xfrm>
            <a:off x="2083888" y="6550675"/>
            <a:ext cx="7060112" cy="48665"/>
            <a:chOff x="2083888" y="6550671"/>
            <a:chExt cx="7060112" cy="48665"/>
          </a:xfrm>
        </p:grpSpPr>
        <p:sp>
          <p:nvSpPr>
            <p:cNvPr id="13" name="Rectangle 12"/>
            <p:cNvSpPr/>
            <p:nvPr/>
          </p:nvSpPr>
          <p:spPr>
            <a:xfrm>
              <a:off x="4630476" y="6550672"/>
              <a:ext cx="2328591" cy="48664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 rtl="0">
                <a:defRPr/>
              </a:pPr>
              <a:endParaRPr lang="en-US" sz="1013" kern="1200">
                <a:solidFill>
                  <a:prstClr val="white"/>
                </a:solidFill>
              </a:endParaRPr>
            </a:p>
          </p:txBody>
        </p:sp>
        <p:sp>
          <p:nvSpPr>
            <p:cNvPr id="14" name="Rectangle 13"/>
            <p:cNvSpPr/>
            <p:nvPr/>
          </p:nvSpPr>
          <p:spPr>
            <a:xfrm>
              <a:off x="6907874" y="6550671"/>
              <a:ext cx="2236126" cy="45719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 rtl="0">
                <a:defRPr/>
              </a:pPr>
              <a:endParaRPr lang="en-US" sz="1013" kern="1200">
                <a:solidFill>
                  <a:prstClr val="white"/>
                </a:solidFill>
              </a:endParaRP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2083888" y="6550672"/>
              <a:ext cx="2580680" cy="48664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 rtl="0">
                <a:defRPr/>
              </a:pPr>
              <a:endParaRPr lang="en-US" sz="1013" kern="1200">
                <a:solidFill>
                  <a:prstClr val="white"/>
                </a:solidFill>
              </a:endParaRPr>
            </a:p>
          </p:txBody>
        </p:sp>
      </p:grpSp>
      <p:pic>
        <p:nvPicPr>
          <p:cNvPr id="16" name="Picture 15" descr="Picture 7.png"/>
          <p:cNvPicPr>
            <a:picLocks noChangeAspect="1"/>
          </p:cNvPicPr>
          <p:nvPr userDrawn="1"/>
        </p:nvPicPr>
        <p:blipFill>
          <a:blip r:embed="rId3" cstate="print"/>
          <a:srcRect l="1923" b="5336"/>
          <a:stretch>
            <a:fillRect/>
          </a:stretch>
        </p:blipFill>
        <p:spPr>
          <a:xfrm>
            <a:off x="6629402" y="-1"/>
            <a:ext cx="2193193" cy="692697"/>
          </a:xfrm>
          <a:prstGeom prst="rect">
            <a:avLst/>
          </a:prstGeom>
        </p:spPr>
      </p:pic>
      <p:grpSp>
        <p:nvGrpSpPr>
          <p:cNvPr id="19" name="Group 18"/>
          <p:cNvGrpSpPr/>
          <p:nvPr userDrawn="1"/>
        </p:nvGrpSpPr>
        <p:grpSpPr>
          <a:xfrm>
            <a:off x="2133600" y="6558116"/>
            <a:ext cx="7010400" cy="45719"/>
            <a:chOff x="1905000" y="6553200"/>
            <a:chExt cx="7010400" cy="45719"/>
          </a:xfrm>
        </p:grpSpPr>
        <p:sp>
          <p:nvSpPr>
            <p:cNvPr id="20" name="Rectangle 19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 rtl="0">
                <a:defRPr/>
              </a:pPr>
              <a:endParaRPr lang="en-US" sz="1013" kern="1200">
                <a:solidFill>
                  <a:prstClr val="white"/>
                </a:solidFill>
              </a:endParaRPr>
            </a:p>
          </p:txBody>
        </p:sp>
        <p:sp>
          <p:nvSpPr>
            <p:cNvPr id="21" name="Rectangle 20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 rtl="0">
                <a:defRPr/>
              </a:pPr>
              <a:endParaRPr lang="en-US" sz="1013" kern="1200">
                <a:solidFill>
                  <a:prstClr val="white"/>
                </a:solidFill>
              </a:endParaRPr>
            </a:p>
          </p:txBody>
        </p:sp>
        <p:sp>
          <p:nvSpPr>
            <p:cNvPr id="22" name="Rectangle 21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 rtl="0">
                <a:defRPr/>
              </a:pPr>
              <a:endParaRPr lang="en-US" sz="1013" kern="1200">
                <a:solidFill>
                  <a:prstClr val="white"/>
                </a:solidFill>
              </a:endParaRPr>
            </a:p>
          </p:txBody>
        </p:sp>
      </p:grpSp>
      <p:grpSp>
        <p:nvGrpSpPr>
          <p:cNvPr id="23" name="Group 22"/>
          <p:cNvGrpSpPr/>
          <p:nvPr userDrawn="1"/>
        </p:nvGrpSpPr>
        <p:grpSpPr>
          <a:xfrm>
            <a:off x="0" y="1295404"/>
            <a:ext cx="7010400" cy="45719"/>
            <a:chOff x="1905000" y="6553200"/>
            <a:chExt cx="7010400" cy="45719"/>
          </a:xfrm>
        </p:grpSpPr>
        <p:sp>
          <p:nvSpPr>
            <p:cNvPr id="24" name="Rectangle 23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 rtl="0">
                <a:defRPr/>
              </a:pPr>
              <a:endParaRPr lang="en-US" sz="1013" kern="1200">
                <a:solidFill>
                  <a:prstClr val="white"/>
                </a:solidFill>
              </a:endParaRPr>
            </a:p>
          </p:txBody>
        </p:sp>
        <p:sp>
          <p:nvSpPr>
            <p:cNvPr id="25" name="Rectangle 24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 rtl="0">
                <a:defRPr/>
              </a:pPr>
              <a:endParaRPr lang="en-US" sz="1013" kern="1200">
                <a:solidFill>
                  <a:prstClr val="white"/>
                </a:solidFill>
              </a:endParaRPr>
            </a:p>
          </p:txBody>
        </p:sp>
        <p:sp>
          <p:nvSpPr>
            <p:cNvPr id="26" name="Rectangle 25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 rtl="0">
                <a:defRPr/>
              </a:pPr>
              <a:endParaRPr lang="en-US" sz="1013" kern="1200">
                <a:solidFill>
                  <a:prstClr val="white"/>
                </a:solidFill>
              </a:endParaRPr>
            </a:p>
          </p:txBody>
        </p:sp>
      </p:grpSp>
      <p:sp>
        <p:nvSpPr>
          <p:cNvPr id="27" name="Content Placeholder 18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6324600" cy="1143000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 marL="0">
              <a:lnSpc>
                <a:spcPts val="2025"/>
              </a:lnSpc>
              <a:spcBef>
                <a:spcPts val="0"/>
              </a:spcBef>
              <a:buNone/>
              <a:defRPr sz="2025" b="1" spc="-85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FA95B91-80DC-439F-8C70-3B1EBFBBF1F5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495800" y="6363741"/>
            <a:ext cx="914400" cy="9144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4116052-1273-4EC0-ADD6-422E16AA4781}"/>
              </a:ext>
            </a:extLst>
          </p:cNvPr>
          <p:cNvSpPr>
            <a:spLocks noGrp="1"/>
          </p:cNvSpPr>
          <p:nvPr>
            <p:ph type="dt" sz="half" idx="12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/>
          <a:lstStyle/>
          <a:p>
            <a:pPr algn="l" rtl="0" fontAlgn="base">
              <a:spcBef>
                <a:spcPct val="0"/>
              </a:spcBef>
              <a:spcAft>
                <a:spcPct val="0"/>
              </a:spcAft>
            </a:pPr>
            <a:endParaRPr lang="en-US" sz="1200" kern="1200">
              <a:solidFill>
                <a:prstClr val="black">
                  <a:tint val="75000"/>
                </a:prstClr>
              </a:solidFill>
              <a:latin typeface="Tahoma" charset="0"/>
              <a:ea typeface="+mn-ea"/>
              <a:cs typeface="+mn-cs"/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DE8E7A-623C-40DD-A712-BEEDA93A9756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7358633" y="6639735"/>
            <a:ext cx="1706245" cy="182245"/>
          </a:xfrm>
          <a:prstGeom prst="rect">
            <a:avLst/>
          </a:prstGeom>
        </p:spPr>
        <p:txBody>
          <a:bodyPr/>
          <a:lstStyle/>
          <a:p>
            <a:pPr algn="l" rtl="0" fontAlgn="base">
              <a:spcBef>
                <a:spcPct val="0"/>
              </a:spcBef>
              <a:spcAft>
                <a:spcPct val="0"/>
              </a:spcAft>
            </a:pPr>
            <a:endParaRPr lang="en-US" sz="1200" kern="1200">
              <a:solidFill>
                <a:prstClr val="black">
                  <a:tint val="75000"/>
                </a:prstClr>
              </a:solidFill>
              <a:latin typeface="Tahoma" charset="0"/>
              <a:ea typeface="+mn-ea"/>
              <a:cs typeface="+mn-cs"/>
            </a:endParaRP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0CD26A9A-C7D3-441E-9815-2014756B5490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7010400" y="6101555"/>
            <a:ext cx="2133600" cy="365125"/>
          </a:xfrm>
          <a:prstGeom prst="rect">
            <a:avLst/>
          </a:prstGeom>
        </p:spPr>
        <p:txBody>
          <a:bodyPr/>
          <a:lstStyle/>
          <a:p>
            <a:pPr algn="l" rtl="0" fontAlgn="base">
              <a:spcBef>
                <a:spcPct val="0"/>
              </a:spcBef>
              <a:spcAft>
                <a:spcPct val="0"/>
              </a:spcAft>
            </a:pPr>
            <a:fld id="{BC8D7E44-7D4F-4942-A8C9-2DF6BF8399E8}" type="slidenum">
              <a:rPr lang="en-US" sz="1200" kern="1200">
                <a:solidFill>
                  <a:prstClr val="black">
                    <a:tint val="75000"/>
                  </a:prstClr>
                </a:solidFill>
                <a:latin typeface="Tahoma" charset="0"/>
                <a:ea typeface="+mn-ea"/>
                <a:cs typeface="+mn-cs"/>
              </a:rPr>
              <a:pPr algn="l" rtl="0"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sz="1200" kern="1200" dirty="0">
              <a:solidFill>
                <a:prstClr val="black">
                  <a:tint val="75000"/>
                </a:prstClr>
              </a:solidFill>
              <a:latin typeface="Tahoma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4053127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o not remove" hidden="1"/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25400" cap="flat" cmpd="sng" algn="ctr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 rtl="0">
              <a:defRPr/>
            </a:pPr>
            <a:endParaRPr lang="en-US" sz="1013" kern="1200">
              <a:solidFill>
                <a:prstClr val="white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304800" y="1493841"/>
            <a:ext cx="8229600" cy="4525963"/>
          </a:xfrm>
          <a:prstGeom prst="rect">
            <a:avLst/>
          </a:prstGeom>
        </p:spPr>
        <p:txBody>
          <a:bodyPr/>
          <a:lstStyle>
            <a:lvl1pPr marL="192881" marR="0" indent="-192881" algn="l" defTabSz="51435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1350">
                <a:latin typeface="Arial" pitchFamily="34" charset="0"/>
                <a:cs typeface="Arial" pitchFamily="34" charset="0"/>
              </a:defRPr>
            </a:lvl1pPr>
            <a:lvl2pPr marL="417910" marR="0" indent="-160735" algn="l" defTabSz="51435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900">
                <a:latin typeface="Arial" pitchFamily="34" charset="0"/>
                <a:cs typeface="Arial" pitchFamily="34" charset="0"/>
              </a:defRPr>
            </a:lvl2pPr>
          </a:lstStyle>
          <a:p>
            <a:pPr marL="192881" marR="0" lvl="0" indent="-192881" algn="l" defTabSz="51435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1350" u="none" strike="noStrike" kern="1200" cap="none" spc="0" normalizeH="0" baseline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</a:p>
          <a:p>
            <a:pPr marL="417910" marR="0" lvl="1" indent="-160735" algn="l" defTabSz="51435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</a:p>
          <a:p>
            <a:pPr marL="417910" marR="0" lvl="1" indent="-160735" algn="l" defTabSz="51435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</a:p>
          <a:p>
            <a:pPr marL="417910" marR="0" lvl="1" indent="-160735" algn="l" defTabSz="51435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</a:p>
          <a:p>
            <a:pPr marL="417910" marR="0" lvl="1" indent="-160735" algn="l" defTabSz="51435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</a:p>
          <a:p>
            <a:pPr marL="417910" marR="0" lvl="1" indent="-160735" algn="l" defTabSz="51435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  <a:endParaRPr kumimoji="0" lang="en-GB" sz="1350" u="none" strike="noStrike" kern="1200" cap="none" spc="0" normalizeH="0" noProof="0" dirty="0">
              <a:ln>
                <a:noFill/>
              </a:ln>
              <a:solidFill>
                <a:srgbClr val="101141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192881" marR="0" lvl="0" indent="-192881" algn="l" defTabSz="51435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1350" u="none" strike="noStrike" kern="1200" cap="none" spc="0" normalizeH="0" baseline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endParaRPr lang="en-US" dirty="0"/>
          </a:p>
          <a:p>
            <a:pPr marL="192881" marR="0" lvl="0" indent="-192881" algn="l" defTabSz="51435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1350" u="none" strike="noStrike" kern="1200" cap="none" spc="0" normalizeH="0" baseline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endParaRPr lang="en-US" dirty="0"/>
          </a:p>
          <a:p>
            <a:pPr marL="192881" marR="0" lvl="0" indent="-192881" algn="l" defTabSz="51435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1350" u="none" strike="noStrike" kern="1200" cap="none" spc="0" normalizeH="0" baseline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endParaRPr lang="en-US" dirty="0"/>
          </a:p>
        </p:txBody>
      </p:sp>
      <p:sp>
        <p:nvSpPr>
          <p:cNvPr id="7" name="TextBox 6"/>
          <p:cNvSpPr txBox="1"/>
          <p:nvPr userDrawn="1"/>
        </p:nvSpPr>
        <p:spPr>
          <a:xfrm>
            <a:off x="3276600" y="6596393"/>
            <a:ext cx="5867400" cy="1876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defTabSz="685800" rtl="0">
              <a:defRPr/>
            </a:pPr>
            <a:r>
              <a:rPr lang="en-US" sz="619" b="1" kern="1200" dirty="0">
                <a:solidFill>
                  <a:srgbClr val="101141"/>
                </a:solidFill>
                <a:latin typeface="Arial"/>
                <a:ea typeface="+mn-ea"/>
                <a:cs typeface="Arial"/>
              </a:rPr>
              <a:t>BITS </a:t>
            </a:r>
            <a:r>
              <a:rPr lang="en-US" sz="619" kern="1200" dirty="0">
                <a:solidFill>
                  <a:srgbClr val="101141"/>
                </a:solidFill>
                <a:latin typeface="Arial"/>
                <a:ea typeface="+mn-ea"/>
                <a:cs typeface="Arial"/>
              </a:rPr>
              <a:t>Pilani, Deemed to be University under Section 3 of UGC Act, 1956</a:t>
            </a:r>
          </a:p>
        </p:txBody>
      </p:sp>
      <p:grpSp>
        <p:nvGrpSpPr>
          <p:cNvPr id="12" name="Group 11"/>
          <p:cNvGrpSpPr/>
          <p:nvPr userDrawn="1"/>
        </p:nvGrpSpPr>
        <p:grpSpPr>
          <a:xfrm>
            <a:off x="2083888" y="6550675"/>
            <a:ext cx="7060112" cy="48665"/>
            <a:chOff x="2083888" y="6550671"/>
            <a:chExt cx="7060112" cy="48665"/>
          </a:xfrm>
        </p:grpSpPr>
        <p:sp>
          <p:nvSpPr>
            <p:cNvPr id="13" name="Rectangle 12"/>
            <p:cNvSpPr/>
            <p:nvPr/>
          </p:nvSpPr>
          <p:spPr>
            <a:xfrm>
              <a:off x="4630476" y="6550672"/>
              <a:ext cx="2328591" cy="48664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 rtl="0">
                <a:defRPr/>
              </a:pPr>
              <a:endParaRPr lang="en-US" sz="1013" kern="1200">
                <a:solidFill>
                  <a:prstClr val="white"/>
                </a:solidFill>
              </a:endParaRPr>
            </a:p>
          </p:txBody>
        </p:sp>
        <p:sp>
          <p:nvSpPr>
            <p:cNvPr id="14" name="Rectangle 13"/>
            <p:cNvSpPr/>
            <p:nvPr/>
          </p:nvSpPr>
          <p:spPr>
            <a:xfrm>
              <a:off x="6907874" y="6550671"/>
              <a:ext cx="2236126" cy="45719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 rtl="0">
                <a:defRPr/>
              </a:pPr>
              <a:endParaRPr lang="en-US" sz="1013" kern="1200">
                <a:solidFill>
                  <a:prstClr val="white"/>
                </a:solidFill>
              </a:endParaRP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2083888" y="6550672"/>
              <a:ext cx="2580680" cy="48664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 rtl="0">
                <a:defRPr/>
              </a:pPr>
              <a:endParaRPr lang="en-US" sz="1013" kern="1200">
                <a:solidFill>
                  <a:prstClr val="white"/>
                </a:solidFill>
              </a:endParaRPr>
            </a:p>
          </p:txBody>
        </p:sp>
      </p:grpSp>
      <p:pic>
        <p:nvPicPr>
          <p:cNvPr id="16" name="Picture 15" descr="Picture 7.png"/>
          <p:cNvPicPr>
            <a:picLocks noChangeAspect="1"/>
          </p:cNvPicPr>
          <p:nvPr userDrawn="1"/>
        </p:nvPicPr>
        <p:blipFill>
          <a:blip r:embed="rId3" cstate="print"/>
          <a:srcRect l="1923" b="5336"/>
          <a:stretch>
            <a:fillRect/>
          </a:stretch>
        </p:blipFill>
        <p:spPr>
          <a:xfrm>
            <a:off x="6629402" y="-1"/>
            <a:ext cx="2193193" cy="692697"/>
          </a:xfrm>
          <a:prstGeom prst="rect">
            <a:avLst/>
          </a:prstGeom>
        </p:spPr>
      </p:pic>
      <p:grpSp>
        <p:nvGrpSpPr>
          <p:cNvPr id="19" name="Group 18"/>
          <p:cNvGrpSpPr/>
          <p:nvPr userDrawn="1"/>
        </p:nvGrpSpPr>
        <p:grpSpPr>
          <a:xfrm>
            <a:off x="2133600" y="6558116"/>
            <a:ext cx="7010400" cy="45719"/>
            <a:chOff x="1905000" y="6553200"/>
            <a:chExt cx="7010400" cy="45719"/>
          </a:xfrm>
        </p:grpSpPr>
        <p:sp>
          <p:nvSpPr>
            <p:cNvPr id="20" name="Rectangle 19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 rtl="0">
                <a:defRPr/>
              </a:pPr>
              <a:endParaRPr lang="en-US" sz="1013" kern="1200">
                <a:solidFill>
                  <a:prstClr val="white"/>
                </a:solidFill>
              </a:endParaRPr>
            </a:p>
          </p:txBody>
        </p:sp>
        <p:sp>
          <p:nvSpPr>
            <p:cNvPr id="21" name="Rectangle 20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 rtl="0">
                <a:defRPr/>
              </a:pPr>
              <a:endParaRPr lang="en-US" sz="1013" kern="1200">
                <a:solidFill>
                  <a:prstClr val="white"/>
                </a:solidFill>
              </a:endParaRPr>
            </a:p>
          </p:txBody>
        </p:sp>
        <p:sp>
          <p:nvSpPr>
            <p:cNvPr id="22" name="Rectangle 21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 rtl="0">
                <a:defRPr/>
              </a:pPr>
              <a:endParaRPr lang="en-US" sz="1013" kern="1200">
                <a:solidFill>
                  <a:prstClr val="white"/>
                </a:solidFill>
              </a:endParaRPr>
            </a:p>
          </p:txBody>
        </p:sp>
      </p:grpSp>
      <p:grpSp>
        <p:nvGrpSpPr>
          <p:cNvPr id="23" name="Group 22"/>
          <p:cNvGrpSpPr/>
          <p:nvPr userDrawn="1"/>
        </p:nvGrpSpPr>
        <p:grpSpPr>
          <a:xfrm>
            <a:off x="0" y="1295404"/>
            <a:ext cx="7010400" cy="45719"/>
            <a:chOff x="1905000" y="6553200"/>
            <a:chExt cx="7010400" cy="45719"/>
          </a:xfrm>
        </p:grpSpPr>
        <p:sp>
          <p:nvSpPr>
            <p:cNvPr id="24" name="Rectangle 23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 rtl="0">
                <a:defRPr/>
              </a:pPr>
              <a:endParaRPr lang="en-US" sz="1013" kern="1200">
                <a:solidFill>
                  <a:prstClr val="white"/>
                </a:solidFill>
              </a:endParaRPr>
            </a:p>
          </p:txBody>
        </p:sp>
        <p:sp>
          <p:nvSpPr>
            <p:cNvPr id="25" name="Rectangle 24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 rtl="0">
                <a:defRPr/>
              </a:pPr>
              <a:endParaRPr lang="en-US" sz="1013" kern="1200">
                <a:solidFill>
                  <a:prstClr val="white"/>
                </a:solidFill>
              </a:endParaRPr>
            </a:p>
          </p:txBody>
        </p:sp>
        <p:sp>
          <p:nvSpPr>
            <p:cNvPr id="26" name="Rectangle 25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 rtl="0">
                <a:defRPr/>
              </a:pPr>
              <a:endParaRPr lang="en-US" sz="1013" kern="1200">
                <a:solidFill>
                  <a:prstClr val="white"/>
                </a:solidFill>
              </a:endParaRPr>
            </a:p>
          </p:txBody>
        </p:sp>
      </p:grpSp>
      <p:sp>
        <p:nvSpPr>
          <p:cNvPr id="27" name="Content Placeholder 18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6324600" cy="1143000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 marL="0">
              <a:lnSpc>
                <a:spcPts val="2025"/>
              </a:lnSpc>
              <a:spcBef>
                <a:spcPts val="0"/>
              </a:spcBef>
              <a:buNone/>
              <a:defRPr sz="2025" b="1" spc="-85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FA95B91-80DC-439F-8C70-3B1EBFBBF1F5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495800" y="6363741"/>
            <a:ext cx="914400" cy="9144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4116052-1273-4EC0-ADD6-422E16AA4781}"/>
              </a:ext>
            </a:extLst>
          </p:cNvPr>
          <p:cNvSpPr>
            <a:spLocks noGrp="1"/>
          </p:cNvSpPr>
          <p:nvPr>
            <p:ph type="dt" sz="half" idx="12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/>
          <a:lstStyle/>
          <a:p>
            <a:pPr algn="l" rtl="0" fontAlgn="base">
              <a:spcBef>
                <a:spcPct val="0"/>
              </a:spcBef>
              <a:spcAft>
                <a:spcPct val="0"/>
              </a:spcAft>
            </a:pPr>
            <a:endParaRPr lang="en-US" sz="1200" kern="1200">
              <a:solidFill>
                <a:prstClr val="black">
                  <a:tint val="75000"/>
                </a:prstClr>
              </a:solidFill>
              <a:latin typeface="Tahoma" charset="0"/>
              <a:ea typeface="+mn-ea"/>
              <a:cs typeface="+mn-cs"/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DE8E7A-623C-40DD-A712-BEEDA93A9756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7358633" y="6639735"/>
            <a:ext cx="1706245" cy="182245"/>
          </a:xfrm>
          <a:prstGeom prst="rect">
            <a:avLst/>
          </a:prstGeom>
        </p:spPr>
        <p:txBody>
          <a:bodyPr/>
          <a:lstStyle/>
          <a:p>
            <a:pPr algn="l" rtl="0" fontAlgn="base">
              <a:spcBef>
                <a:spcPct val="0"/>
              </a:spcBef>
              <a:spcAft>
                <a:spcPct val="0"/>
              </a:spcAft>
            </a:pPr>
            <a:endParaRPr lang="en-US" sz="1200" kern="1200">
              <a:solidFill>
                <a:prstClr val="black">
                  <a:tint val="75000"/>
                </a:prstClr>
              </a:solidFill>
              <a:latin typeface="Tahoma" charset="0"/>
              <a:ea typeface="+mn-ea"/>
              <a:cs typeface="+mn-cs"/>
            </a:endParaRP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0CD26A9A-C7D3-441E-9815-2014756B5490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7010400" y="6101555"/>
            <a:ext cx="2133600" cy="365125"/>
          </a:xfrm>
          <a:prstGeom prst="rect">
            <a:avLst/>
          </a:prstGeom>
        </p:spPr>
        <p:txBody>
          <a:bodyPr/>
          <a:lstStyle/>
          <a:p>
            <a:pPr algn="l" rtl="0" fontAlgn="base">
              <a:spcBef>
                <a:spcPct val="0"/>
              </a:spcBef>
              <a:spcAft>
                <a:spcPct val="0"/>
              </a:spcAft>
            </a:pPr>
            <a:fld id="{BC8D7E44-7D4F-4942-A8C9-2DF6BF8399E8}" type="slidenum">
              <a:rPr lang="en-US" sz="1200" kern="1200">
                <a:solidFill>
                  <a:prstClr val="black">
                    <a:tint val="75000"/>
                  </a:prstClr>
                </a:solidFill>
                <a:latin typeface="Tahoma" charset="0"/>
                <a:ea typeface="+mn-ea"/>
                <a:cs typeface="+mn-cs"/>
              </a:rPr>
              <a:pPr algn="l" rtl="0"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sz="1200" kern="1200" dirty="0">
              <a:solidFill>
                <a:prstClr val="black">
                  <a:tint val="75000"/>
                </a:prstClr>
              </a:solidFill>
              <a:latin typeface="Tahoma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6023829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o not remove" hidden="1"/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25400" cap="flat" cmpd="sng" algn="ctr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 rtl="0">
              <a:defRPr/>
            </a:pPr>
            <a:endParaRPr lang="en-US" sz="1013" kern="1200">
              <a:solidFill>
                <a:prstClr val="white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304800" y="1493841"/>
            <a:ext cx="8229600" cy="4525963"/>
          </a:xfrm>
          <a:prstGeom prst="rect">
            <a:avLst/>
          </a:prstGeom>
        </p:spPr>
        <p:txBody>
          <a:bodyPr/>
          <a:lstStyle>
            <a:lvl1pPr marL="192881" marR="0" indent="-192881" algn="l" defTabSz="51435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1350">
                <a:latin typeface="Arial" pitchFamily="34" charset="0"/>
                <a:cs typeface="Arial" pitchFamily="34" charset="0"/>
              </a:defRPr>
            </a:lvl1pPr>
            <a:lvl2pPr marL="417910" marR="0" indent="-160735" algn="l" defTabSz="51435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900">
                <a:latin typeface="Arial" pitchFamily="34" charset="0"/>
                <a:cs typeface="Arial" pitchFamily="34" charset="0"/>
              </a:defRPr>
            </a:lvl2pPr>
          </a:lstStyle>
          <a:p>
            <a:pPr marL="192881" marR="0" lvl="0" indent="-192881" algn="l" defTabSz="51435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1350" u="none" strike="noStrike" kern="1200" cap="none" spc="0" normalizeH="0" baseline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</a:p>
          <a:p>
            <a:pPr marL="417910" marR="0" lvl="1" indent="-160735" algn="l" defTabSz="51435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</a:p>
          <a:p>
            <a:pPr marL="417910" marR="0" lvl="1" indent="-160735" algn="l" defTabSz="51435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</a:p>
          <a:p>
            <a:pPr marL="417910" marR="0" lvl="1" indent="-160735" algn="l" defTabSz="51435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</a:p>
          <a:p>
            <a:pPr marL="417910" marR="0" lvl="1" indent="-160735" algn="l" defTabSz="51435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</a:p>
          <a:p>
            <a:pPr marL="417910" marR="0" lvl="1" indent="-160735" algn="l" defTabSz="51435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  <a:endParaRPr kumimoji="0" lang="en-GB" sz="1350" u="none" strike="noStrike" kern="1200" cap="none" spc="0" normalizeH="0" noProof="0" dirty="0">
              <a:ln>
                <a:noFill/>
              </a:ln>
              <a:solidFill>
                <a:srgbClr val="101141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192881" marR="0" lvl="0" indent="-192881" algn="l" defTabSz="51435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1350" u="none" strike="noStrike" kern="1200" cap="none" spc="0" normalizeH="0" baseline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endParaRPr lang="en-US" dirty="0"/>
          </a:p>
          <a:p>
            <a:pPr marL="192881" marR="0" lvl="0" indent="-192881" algn="l" defTabSz="51435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1350" u="none" strike="noStrike" kern="1200" cap="none" spc="0" normalizeH="0" baseline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endParaRPr lang="en-US" dirty="0"/>
          </a:p>
          <a:p>
            <a:pPr marL="192881" marR="0" lvl="0" indent="-192881" algn="l" defTabSz="51435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1350" u="none" strike="noStrike" kern="1200" cap="none" spc="0" normalizeH="0" baseline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endParaRPr lang="en-US" dirty="0"/>
          </a:p>
        </p:txBody>
      </p:sp>
      <p:sp>
        <p:nvSpPr>
          <p:cNvPr id="7" name="TextBox 6"/>
          <p:cNvSpPr txBox="1"/>
          <p:nvPr userDrawn="1"/>
        </p:nvSpPr>
        <p:spPr>
          <a:xfrm>
            <a:off x="3276600" y="6596393"/>
            <a:ext cx="5867400" cy="1876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defTabSz="685800" rtl="0">
              <a:defRPr/>
            </a:pPr>
            <a:r>
              <a:rPr lang="en-US" sz="619" b="1" kern="1200" dirty="0">
                <a:solidFill>
                  <a:srgbClr val="101141"/>
                </a:solidFill>
                <a:latin typeface="Arial"/>
                <a:ea typeface="+mn-ea"/>
                <a:cs typeface="Arial"/>
              </a:rPr>
              <a:t>BITS </a:t>
            </a:r>
            <a:r>
              <a:rPr lang="en-US" sz="619" kern="1200" dirty="0">
                <a:solidFill>
                  <a:srgbClr val="101141"/>
                </a:solidFill>
                <a:latin typeface="Arial"/>
                <a:ea typeface="+mn-ea"/>
                <a:cs typeface="Arial"/>
              </a:rPr>
              <a:t>Pilani, Deemed to be University under Section 3 of UGC Act, 1956</a:t>
            </a:r>
          </a:p>
        </p:txBody>
      </p:sp>
      <p:grpSp>
        <p:nvGrpSpPr>
          <p:cNvPr id="12" name="Group 11"/>
          <p:cNvGrpSpPr/>
          <p:nvPr userDrawn="1"/>
        </p:nvGrpSpPr>
        <p:grpSpPr>
          <a:xfrm>
            <a:off x="2083888" y="6550675"/>
            <a:ext cx="7060112" cy="48665"/>
            <a:chOff x="2083888" y="6550671"/>
            <a:chExt cx="7060112" cy="48665"/>
          </a:xfrm>
        </p:grpSpPr>
        <p:sp>
          <p:nvSpPr>
            <p:cNvPr id="13" name="Rectangle 12"/>
            <p:cNvSpPr/>
            <p:nvPr/>
          </p:nvSpPr>
          <p:spPr>
            <a:xfrm>
              <a:off x="4630476" y="6550672"/>
              <a:ext cx="2328591" cy="48664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 rtl="0">
                <a:defRPr/>
              </a:pPr>
              <a:endParaRPr lang="en-US" sz="1013" kern="1200">
                <a:solidFill>
                  <a:prstClr val="white"/>
                </a:solidFill>
              </a:endParaRPr>
            </a:p>
          </p:txBody>
        </p:sp>
        <p:sp>
          <p:nvSpPr>
            <p:cNvPr id="14" name="Rectangle 13"/>
            <p:cNvSpPr/>
            <p:nvPr/>
          </p:nvSpPr>
          <p:spPr>
            <a:xfrm>
              <a:off x="6907874" y="6550671"/>
              <a:ext cx="2236126" cy="45719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 rtl="0">
                <a:defRPr/>
              </a:pPr>
              <a:endParaRPr lang="en-US" sz="1013" kern="1200">
                <a:solidFill>
                  <a:prstClr val="white"/>
                </a:solidFill>
              </a:endParaRP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2083888" y="6550672"/>
              <a:ext cx="2580680" cy="48664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 rtl="0">
                <a:defRPr/>
              </a:pPr>
              <a:endParaRPr lang="en-US" sz="1013" kern="1200">
                <a:solidFill>
                  <a:prstClr val="white"/>
                </a:solidFill>
              </a:endParaRPr>
            </a:p>
          </p:txBody>
        </p:sp>
      </p:grpSp>
      <p:pic>
        <p:nvPicPr>
          <p:cNvPr id="16" name="Picture 15" descr="Picture 7.png"/>
          <p:cNvPicPr>
            <a:picLocks noChangeAspect="1"/>
          </p:cNvPicPr>
          <p:nvPr userDrawn="1"/>
        </p:nvPicPr>
        <p:blipFill>
          <a:blip r:embed="rId3" cstate="print"/>
          <a:srcRect l="1923" b="5336"/>
          <a:stretch>
            <a:fillRect/>
          </a:stretch>
        </p:blipFill>
        <p:spPr>
          <a:xfrm>
            <a:off x="6629402" y="-1"/>
            <a:ext cx="2193193" cy="692697"/>
          </a:xfrm>
          <a:prstGeom prst="rect">
            <a:avLst/>
          </a:prstGeom>
        </p:spPr>
      </p:pic>
      <p:grpSp>
        <p:nvGrpSpPr>
          <p:cNvPr id="19" name="Group 18"/>
          <p:cNvGrpSpPr/>
          <p:nvPr userDrawn="1"/>
        </p:nvGrpSpPr>
        <p:grpSpPr>
          <a:xfrm>
            <a:off x="2133600" y="6558116"/>
            <a:ext cx="7010400" cy="45719"/>
            <a:chOff x="1905000" y="6553200"/>
            <a:chExt cx="7010400" cy="45719"/>
          </a:xfrm>
        </p:grpSpPr>
        <p:sp>
          <p:nvSpPr>
            <p:cNvPr id="20" name="Rectangle 19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 rtl="0">
                <a:defRPr/>
              </a:pPr>
              <a:endParaRPr lang="en-US" sz="1013" kern="1200">
                <a:solidFill>
                  <a:prstClr val="white"/>
                </a:solidFill>
              </a:endParaRPr>
            </a:p>
          </p:txBody>
        </p:sp>
        <p:sp>
          <p:nvSpPr>
            <p:cNvPr id="21" name="Rectangle 20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 rtl="0">
                <a:defRPr/>
              </a:pPr>
              <a:endParaRPr lang="en-US" sz="1013" kern="1200">
                <a:solidFill>
                  <a:prstClr val="white"/>
                </a:solidFill>
              </a:endParaRPr>
            </a:p>
          </p:txBody>
        </p:sp>
        <p:sp>
          <p:nvSpPr>
            <p:cNvPr id="22" name="Rectangle 21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 rtl="0">
                <a:defRPr/>
              </a:pPr>
              <a:endParaRPr lang="en-US" sz="1013" kern="1200">
                <a:solidFill>
                  <a:prstClr val="white"/>
                </a:solidFill>
              </a:endParaRPr>
            </a:p>
          </p:txBody>
        </p:sp>
      </p:grpSp>
      <p:grpSp>
        <p:nvGrpSpPr>
          <p:cNvPr id="23" name="Group 22"/>
          <p:cNvGrpSpPr/>
          <p:nvPr userDrawn="1"/>
        </p:nvGrpSpPr>
        <p:grpSpPr>
          <a:xfrm>
            <a:off x="0" y="1295404"/>
            <a:ext cx="7010400" cy="45719"/>
            <a:chOff x="1905000" y="6553200"/>
            <a:chExt cx="7010400" cy="45719"/>
          </a:xfrm>
        </p:grpSpPr>
        <p:sp>
          <p:nvSpPr>
            <p:cNvPr id="24" name="Rectangle 23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 rtl="0">
                <a:defRPr/>
              </a:pPr>
              <a:endParaRPr lang="en-US" sz="1013" kern="1200">
                <a:solidFill>
                  <a:prstClr val="white"/>
                </a:solidFill>
              </a:endParaRPr>
            </a:p>
          </p:txBody>
        </p:sp>
        <p:sp>
          <p:nvSpPr>
            <p:cNvPr id="25" name="Rectangle 24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 rtl="0">
                <a:defRPr/>
              </a:pPr>
              <a:endParaRPr lang="en-US" sz="1013" kern="1200">
                <a:solidFill>
                  <a:prstClr val="white"/>
                </a:solidFill>
              </a:endParaRPr>
            </a:p>
          </p:txBody>
        </p:sp>
        <p:sp>
          <p:nvSpPr>
            <p:cNvPr id="26" name="Rectangle 25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 rtl="0">
                <a:defRPr/>
              </a:pPr>
              <a:endParaRPr lang="en-US" sz="1013" kern="1200">
                <a:solidFill>
                  <a:prstClr val="white"/>
                </a:solidFill>
              </a:endParaRPr>
            </a:p>
          </p:txBody>
        </p:sp>
      </p:grpSp>
      <p:sp>
        <p:nvSpPr>
          <p:cNvPr id="27" name="Content Placeholder 18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6324600" cy="1143000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 marL="0">
              <a:lnSpc>
                <a:spcPts val="2025"/>
              </a:lnSpc>
              <a:spcBef>
                <a:spcPts val="0"/>
              </a:spcBef>
              <a:buNone/>
              <a:defRPr sz="2025" b="1" spc="-85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FA95B91-80DC-439F-8C70-3B1EBFBBF1F5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495800" y="6363741"/>
            <a:ext cx="914400" cy="9144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4116052-1273-4EC0-ADD6-422E16AA4781}"/>
              </a:ext>
            </a:extLst>
          </p:cNvPr>
          <p:cNvSpPr>
            <a:spLocks noGrp="1"/>
          </p:cNvSpPr>
          <p:nvPr>
            <p:ph type="dt" sz="half" idx="12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/>
          <a:lstStyle/>
          <a:p>
            <a:pPr algn="l" rtl="0" fontAlgn="base">
              <a:spcBef>
                <a:spcPct val="0"/>
              </a:spcBef>
              <a:spcAft>
                <a:spcPct val="0"/>
              </a:spcAft>
            </a:pPr>
            <a:endParaRPr lang="en-US" sz="1200" kern="1200">
              <a:solidFill>
                <a:prstClr val="black">
                  <a:tint val="75000"/>
                </a:prstClr>
              </a:solidFill>
              <a:latin typeface="Tahoma" charset="0"/>
              <a:ea typeface="+mn-ea"/>
              <a:cs typeface="+mn-cs"/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DE8E7A-623C-40DD-A712-BEEDA93A9756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7358633" y="6639735"/>
            <a:ext cx="1706245" cy="182245"/>
          </a:xfrm>
          <a:prstGeom prst="rect">
            <a:avLst/>
          </a:prstGeom>
        </p:spPr>
        <p:txBody>
          <a:bodyPr/>
          <a:lstStyle/>
          <a:p>
            <a:pPr algn="l" rtl="0" fontAlgn="base">
              <a:spcBef>
                <a:spcPct val="0"/>
              </a:spcBef>
              <a:spcAft>
                <a:spcPct val="0"/>
              </a:spcAft>
            </a:pPr>
            <a:endParaRPr lang="en-US" sz="1200" kern="1200">
              <a:solidFill>
                <a:prstClr val="black">
                  <a:tint val="75000"/>
                </a:prstClr>
              </a:solidFill>
              <a:latin typeface="Tahoma" charset="0"/>
              <a:ea typeface="+mn-ea"/>
              <a:cs typeface="+mn-cs"/>
            </a:endParaRP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0CD26A9A-C7D3-441E-9815-2014756B5490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7010400" y="6101555"/>
            <a:ext cx="2133600" cy="365125"/>
          </a:xfrm>
          <a:prstGeom prst="rect">
            <a:avLst/>
          </a:prstGeom>
        </p:spPr>
        <p:txBody>
          <a:bodyPr/>
          <a:lstStyle/>
          <a:p>
            <a:pPr algn="l" rtl="0" fontAlgn="base">
              <a:spcBef>
                <a:spcPct val="0"/>
              </a:spcBef>
              <a:spcAft>
                <a:spcPct val="0"/>
              </a:spcAft>
            </a:pPr>
            <a:fld id="{BC8D7E44-7D4F-4942-A8C9-2DF6BF8399E8}" type="slidenum">
              <a:rPr lang="en-US" sz="1200" kern="1200">
                <a:solidFill>
                  <a:prstClr val="black">
                    <a:tint val="75000"/>
                  </a:prstClr>
                </a:solidFill>
                <a:latin typeface="Tahoma" charset="0"/>
                <a:ea typeface="+mn-ea"/>
                <a:cs typeface="+mn-cs"/>
              </a:rPr>
              <a:pPr algn="l" rtl="0"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sz="1200" kern="1200" dirty="0">
              <a:solidFill>
                <a:prstClr val="black">
                  <a:tint val="75000"/>
                </a:prstClr>
              </a:solidFill>
              <a:latin typeface="Tahoma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7392898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o not remove" hidden="1"/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25400" cap="flat" cmpd="sng" algn="ctr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 rtl="0">
              <a:defRPr/>
            </a:pPr>
            <a:endParaRPr lang="en-US" sz="1013" kern="1200">
              <a:solidFill>
                <a:prstClr val="white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304800" y="1493841"/>
            <a:ext cx="8229600" cy="4525963"/>
          </a:xfrm>
          <a:prstGeom prst="rect">
            <a:avLst/>
          </a:prstGeom>
        </p:spPr>
        <p:txBody>
          <a:bodyPr/>
          <a:lstStyle>
            <a:lvl1pPr marL="192881" marR="0" indent="-192881" algn="l" defTabSz="51435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1350">
                <a:latin typeface="Arial" pitchFamily="34" charset="0"/>
                <a:cs typeface="Arial" pitchFamily="34" charset="0"/>
              </a:defRPr>
            </a:lvl1pPr>
            <a:lvl2pPr marL="417910" marR="0" indent="-160735" algn="l" defTabSz="51435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900">
                <a:latin typeface="Arial" pitchFamily="34" charset="0"/>
                <a:cs typeface="Arial" pitchFamily="34" charset="0"/>
              </a:defRPr>
            </a:lvl2pPr>
          </a:lstStyle>
          <a:p>
            <a:pPr marL="192881" marR="0" lvl="0" indent="-192881" algn="l" defTabSz="51435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1350" u="none" strike="noStrike" kern="1200" cap="none" spc="0" normalizeH="0" baseline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</a:p>
          <a:p>
            <a:pPr marL="417910" marR="0" lvl="1" indent="-160735" algn="l" defTabSz="51435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</a:p>
          <a:p>
            <a:pPr marL="417910" marR="0" lvl="1" indent="-160735" algn="l" defTabSz="51435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</a:p>
          <a:p>
            <a:pPr marL="417910" marR="0" lvl="1" indent="-160735" algn="l" defTabSz="51435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</a:p>
          <a:p>
            <a:pPr marL="417910" marR="0" lvl="1" indent="-160735" algn="l" defTabSz="51435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</a:p>
          <a:p>
            <a:pPr marL="417910" marR="0" lvl="1" indent="-160735" algn="l" defTabSz="51435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  <a:endParaRPr kumimoji="0" lang="en-GB" sz="1350" u="none" strike="noStrike" kern="1200" cap="none" spc="0" normalizeH="0" noProof="0" dirty="0">
              <a:ln>
                <a:noFill/>
              </a:ln>
              <a:solidFill>
                <a:srgbClr val="101141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192881" marR="0" lvl="0" indent="-192881" algn="l" defTabSz="51435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1350" u="none" strike="noStrike" kern="1200" cap="none" spc="0" normalizeH="0" baseline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endParaRPr lang="en-US" dirty="0"/>
          </a:p>
          <a:p>
            <a:pPr marL="192881" marR="0" lvl="0" indent="-192881" algn="l" defTabSz="51435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1350" u="none" strike="noStrike" kern="1200" cap="none" spc="0" normalizeH="0" baseline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endParaRPr lang="en-US" dirty="0"/>
          </a:p>
          <a:p>
            <a:pPr marL="192881" marR="0" lvl="0" indent="-192881" algn="l" defTabSz="51435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1350" u="none" strike="noStrike" kern="1200" cap="none" spc="0" normalizeH="0" baseline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endParaRPr lang="en-US" dirty="0"/>
          </a:p>
        </p:txBody>
      </p:sp>
      <p:sp>
        <p:nvSpPr>
          <p:cNvPr id="7" name="TextBox 6"/>
          <p:cNvSpPr txBox="1"/>
          <p:nvPr userDrawn="1"/>
        </p:nvSpPr>
        <p:spPr>
          <a:xfrm>
            <a:off x="3276600" y="6596393"/>
            <a:ext cx="5867400" cy="1876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defTabSz="685800" rtl="0">
              <a:defRPr/>
            </a:pPr>
            <a:r>
              <a:rPr lang="en-US" sz="619" b="1" kern="1200" dirty="0">
                <a:solidFill>
                  <a:srgbClr val="101141"/>
                </a:solidFill>
                <a:latin typeface="Arial"/>
                <a:ea typeface="+mn-ea"/>
                <a:cs typeface="Arial"/>
              </a:rPr>
              <a:t>BITS </a:t>
            </a:r>
            <a:r>
              <a:rPr lang="en-US" sz="619" kern="1200" dirty="0">
                <a:solidFill>
                  <a:srgbClr val="101141"/>
                </a:solidFill>
                <a:latin typeface="Arial"/>
                <a:ea typeface="+mn-ea"/>
                <a:cs typeface="Arial"/>
              </a:rPr>
              <a:t>Pilani, Deemed to be University under Section 3 of UGC Act, 1956</a:t>
            </a:r>
          </a:p>
        </p:txBody>
      </p:sp>
      <p:grpSp>
        <p:nvGrpSpPr>
          <p:cNvPr id="12" name="Group 11"/>
          <p:cNvGrpSpPr/>
          <p:nvPr userDrawn="1"/>
        </p:nvGrpSpPr>
        <p:grpSpPr>
          <a:xfrm>
            <a:off x="2083888" y="6550675"/>
            <a:ext cx="7060112" cy="48665"/>
            <a:chOff x="2083888" y="6550671"/>
            <a:chExt cx="7060112" cy="48665"/>
          </a:xfrm>
        </p:grpSpPr>
        <p:sp>
          <p:nvSpPr>
            <p:cNvPr id="13" name="Rectangle 12"/>
            <p:cNvSpPr/>
            <p:nvPr/>
          </p:nvSpPr>
          <p:spPr>
            <a:xfrm>
              <a:off x="4630476" y="6550672"/>
              <a:ext cx="2328591" cy="48664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 rtl="0">
                <a:defRPr/>
              </a:pPr>
              <a:endParaRPr lang="en-US" sz="1013" kern="1200">
                <a:solidFill>
                  <a:prstClr val="white"/>
                </a:solidFill>
              </a:endParaRPr>
            </a:p>
          </p:txBody>
        </p:sp>
        <p:sp>
          <p:nvSpPr>
            <p:cNvPr id="14" name="Rectangle 13"/>
            <p:cNvSpPr/>
            <p:nvPr/>
          </p:nvSpPr>
          <p:spPr>
            <a:xfrm>
              <a:off x="6907874" y="6550671"/>
              <a:ext cx="2236126" cy="45719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 rtl="0">
                <a:defRPr/>
              </a:pPr>
              <a:endParaRPr lang="en-US" sz="1013" kern="1200">
                <a:solidFill>
                  <a:prstClr val="white"/>
                </a:solidFill>
              </a:endParaRP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2083888" y="6550672"/>
              <a:ext cx="2580680" cy="48664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 rtl="0">
                <a:defRPr/>
              </a:pPr>
              <a:endParaRPr lang="en-US" sz="1013" kern="1200">
                <a:solidFill>
                  <a:prstClr val="white"/>
                </a:solidFill>
              </a:endParaRPr>
            </a:p>
          </p:txBody>
        </p:sp>
      </p:grpSp>
      <p:pic>
        <p:nvPicPr>
          <p:cNvPr id="16" name="Picture 15" descr="Picture 7.png"/>
          <p:cNvPicPr>
            <a:picLocks noChangeAspect="1"/>
          </p:cNvPicPr>
          <p:nvPr userDrawn="1"/>
        </p:nvPicPr>
        <p:blipFill>
          <a:blip r:embed="rId3" cstate="print"/>
          <a:srcRect l="1923" b="5336"/>
          <a:stretch>
            <a:fillRect/>
          </a:stretch>
        </p:blipFill>
        <p:spPr>
          <a:xfrm>
            <a:off x="6629402" y="-1"/>
            <a:ext cx="2193193" cy="692697"/>
          </a:xfrm>
          <a:prstGeom prst="rect">
            <a:avLst/>
          </a:prstGeom>
        </p:spPr>
      </p:pic>
      <p:grpSp>
        <p:nvGrpSpPr>
          <p:cNvPr id="19" name="Group 18"/>
          <p:cNvGrpSpPr/>
          <p:nvPr userDrawn="1"/>
        </p:nvGrpSpPr>
        <p:grpSpPr>
          <a:xfrm>
            <a:off x="2133600" y="6558116"/>
            <a:ext cx="7010400" cy="45719"/>
            <a:chOff x="1905000" y="6553200"/>
            <a:chExt cx="7010400" cy="45719"/>
          </a:xfrm>
        </p:grpSpPr>
        <p:sp>
          <p:nvSpPr>
            <p:cNvPr id="20" name="Rectangle 19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 rtl="0">
                <a:defRPr/>
              </a:pPr>
              <a:endParaRPr lang="en-US" sz="1013" kern="1200">
                <a:solidFill>
                  <a:prstClr val="white"/>
                </a:solidFill>
              </a:endParaRPr>
            </a:p>
          </p:txBody>
        </p:sp>
        <p:sp>
          <p:nvSpPr>
            <p:cNvPr id="21" name="Rectangle 20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 rtl="0">
                <a:defRPr/>
              </a:pPr>
              <a:endParaRPr lang="en-US" sz="1013" kern="1200">
                <a:solidFill>
                  <a:prstClr val="white"/>
                </a:solidFill>
              </a:endParaRPr>
            </a:p>
          </p:txBody>
        </p:sp>
        <p:sp>
          <p:nvSpPr>
            <p:cNvPr id="22" name="Rectangle 21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 rtl="0">
                <a:defRPr/>
              </a:pPr>
              <a:endParaRPr lang="en-US" sz="1013" kern="1200">
                <a:solidFill>
                  <a:prstClr val="white"/>
                </a:solidFill>
              </a:endParaRPr>
            </a:p>
          </p:txBody>
        </p:sp>
      </p:grpSp>
      <p:grpSp>
        <p:nvGrpSpPr>
          <p:cNvPr id="23" name="Group 22"/>
          <p:cNvGrpSpPr/>
          <p:nvPr userDrawn="1"/>
        </p:nvGrpSpPr>
        <p:grpSpPr>
          <a:xfrm>
            <a:off x="0" y="1295404"/>
            <a:ext cx="7010400" cy="45719"/>
            <a:chOff x="1905000" y="6553200"/>
            <a:chExt cx="7010400" cy="45719"/>
          </a:xfrm>
        </p:grpSpPr>
        <p:sp>
          <p:nvSpPr>
            <p:cNvPr id="24" name="Rectangle 23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 rtl="0">
                <a:defRPr/>
              </a:pPr>
              <a:endParaRPr lang="en-US" sz="1013" kern="1200">
                <a:solidFill>
                  <a:prstClr val="white"/>
                </a:solidFill>
              </a:endParaRPr>
            </a:p>
          </p:txBody>
        </p:sp>
        <p:sp>
          <p:nvSpPr>
            <p:cNvPr id="25" name="Rectangle 24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 rtl="0">
                <a:defRPr/>
              </a:pPr>
              <a:endParaRPr lang="en-US" sz="1013" kern="1200">
                <a:solidFill>
                  <a:prstClr val="white"/>
                </a:solidFill>
              </a:endParaRPr>
            </a:p>
          </p:txBody>
        </p:sp>
        <p:sp>
          <p:nvSpPr>
            <p:cNvPr id="26" name="Rectangle 25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 rtl="0">
                <a:defRPr/>
              </a:pPr>
              <a:endParaRPr lang="en-US" sz="1013" kern="1200">
                <a:solidFill>
                  <a:prstClr val="white"/>
                </a:solidFill>
              </a:endParaRPr>
            </a:p>
          </p:txBody>
        </p:sp>
      </p:grpSp>
      <p:sp>
        <p:nvSpPr>
          <p:cNvPr id="27" name="Content Placeholder 18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6324600" cy="1143000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 marL="0">
              <a:lnSpc>
                <a:spcPts val="2025"/>
              </a:lnSpc>
              <a:spcBef>
                <a:spcPts val="0"/>
              </a:spcBef>
              <a:buNone/>
              <a:defRPr sz="2025" b="1" spc="-85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FA95B91-80DC-439F-8C70-3B1EBFBBF1F5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495800" y="6363741"/>
            <a:ext cx="914400" cy="9144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4116052-1273-4EC0-ADD6-422E16AA4781}"/>
              </a:ext>
            </a:extLst>
          </p:cNvPr>
          <p:cNvSpPr>
            <a:spLocks noGrp="1"/>
          </p:cNvSpPr>
          <p:nvPr>
            <p:ph type="dt" sz="half" idx="12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/>
          <a:lstStyle/>
          <a:p>
            <a:pPr algn="l" rtl="0" fontAlgn="base">
              <a:spcBef>
                <a:spcPct val="0"/>
              </a:spcBef>
              <a:spcAft>
                <a:spcPct val="0"/>
              </a:spcAft>
            </a:pPr>
            <a:endParaRPr lang="en-US" sz="1200" kern="1200">
              <a:solidFill>
                <a:prstClr val="black">
                  <a:tint val="75000"/>
                </a:prstClr>
              </a:solidFill>
              <a:latin typeface="Tahoma" charset="0"/>
              <a:ea typeface="+mn-ea"/>
              <a:cs typeface="+mn-cs"/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DE8E7A-623C-40DD-A712-BEEDA93A9756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7358633" y="6639735"/>
            <a:ext cx="1706245" cy="182245"/>
          </a:xfrm>
          <a:prstGeom prst="rect">
            <a:avLst/>
          </a:prstGeom>
        </p:spPr>
        <p:txBody>
          <a:bodyPr/>
          <a:lstStyle/>
          <a:p>
            <a:pPr algn="l" rtl="0" fontAlgn="base">
              <a:spcBef>
                <a:spcPct val="0"/>
              </a:spcBef>
              <a:spcAft>
                <a:spcPct val="0"/>
              </a:spcAft>
            </a:pPr>
            <a:endParaRPr lang="en-US" sz="1200" kern="1200">
              <a:solidFill>
                <a:prstClr val="black">
                  <a:tint val="75000"/>
                </a:prstClr>
              </a:solidFill>
              <a:latin typeface="Tahoma" charset="0"/>
              <a:ea typeface="+mn-ea"/>
              <a:cs typeface="+mn-cs"/>
            </a:endParaRP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0CD26A9A-C7D3-441E-9815-2014756B5490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7010400" y="6101555"/>
            <a:ext cx="2133600" cy="365125"/>
          </a:xfrm>
          <a:prstGeom prst="rect">
            <a:avLst/>
          </a:prstGeom>
        </p:spPr>
        <p:txBody>
          <a:bodyPr/>
          <a:lstStyle/>
          <a:p>
            <a:pPr algn="l" rtl="0" fontAlgn="base">
              <a:spcBef>
                <a:spcPct val="0"/>
              </a:spcBef>
              <a:spcAft>
                <a:spcPct val="0"/>
              </a:spcAft>
            </a:pPr>
            <a:fld id="{BC8D7E44-7D4F-4942-A8C9-2DF6BF8399E8}" type="slidenum">
              <a:rPr lang="en-US" sz="1200" kern="1200">
                <a:solidFill>
                  <a:prstClr val="black">
                    <a:tint val="75000"/>
                  </a:prstClr>
                </a:solidFill>
                <a:latin typeface="Tahoma" charset="0"/>
                <a:ea typeface="+mn-ea"/>
                <a:cs typeface="+mn-cs"/>
              </a:rPr>
              <a:pPr algn="l" rtl="0"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sz="1200" kern="1200" dirty="0">
              <a:solidFill>
                <a:prstClr val="black">
                  <a:tint val="75000"/>
                </a:prstClr>
              </a:solidFill>
              <a:latin typeface="Tahoma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63009095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6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o not remove" hidden="1"/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25400" cap="flat" cmpd="sng" algn="ctr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 rtl="0">
              <a:defRPr/>
            </a:pPr>
            <a:endParaRPr lang="en-US" sz="1013" kern="1200">
              <a:solidFill>
                <a:prstClr val="white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304800" y="1493841"/>
            <a:ext cx="8229600" cy="4525963"/>
          </a:xfrm>
          <a:prstGeom prst="rect">
            <a:avLst/>
          </a:prstGeom>
        </p:spPr>
        <p:txBody>
          <a:bodyPr/>
          <a:lstStyle>
            <a:lvl1pPr marL="192881" marR="0" indent="-192881" algn="l" defTabSz="51435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1350">
                <a:latin typeface="Arial" pitchFamily="34" charset="0"/>
                <a:cs typeface="Arial" pitchFamily="34" charset="0"/>
              </a:defRPr>
            </a:lvl1pPr>
            <a:lvl2pPr marL="417910" marR="0" indent="-160735" algn="l" defTabSz="51435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900">
                <a:latin typeface="Arial" pitchFamily="34" charset="0"/>
                <a:cs typeface="Arial" pitchFamily="34" charset="0"/>
              </a:defRPr>
            </a:lvl2pPr>
          </a:lstStyle>
          <a:p>
            <a:pPr marL="192881" marR="0" lvl="0" indent="-192881" algn="l" defTabSz="51435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1350" u="none" strike="noStrike" kern="1200" cap="none" spc="0" normalizeH="0" baseline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</a:p>
          <a:p>
            <a:pPr marL="417910" marR="0" lvl="1" indent="-160735" algn="l" defTabSz="51435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</a:p>
          <a:p>
            <a:pPr marL="417910" marR="0" lvl="1" indent="-160735" algn="l" defTabSz="51435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</a:p>
          <a:p>
            <a:pPr marL="417910" marR="0" lvl="1" indent="-160735" algn="l" defTabSz="51435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</a:p>
          <a:p>
            <a:pPr marL="417910" marR="0" lvl="1" indent="-160735" algn="l" defTabSz="51435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</a:p>
          <a:p>
            <a:pPr marL="417910" marR="0" lvl="1" indent="-160735" algn="l" defTabSz="51435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  <a:endParaRPr kumimoji="0" lang="en-GB" sz="1350" u="none" strike="noStrike" kern="1200" cap="none" spc="0" normalizeH="0" noProof="0" dirty="0">
              <a:ln>
                <a:noFill/>
              </a:ln>
              <a:solidFill>
                <a:srgbClr val="101141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192881" marR="0" lvl="0" indent="-192881" algn="l" defTabSz="51435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1350" u="none" strike="noStrike" kern="1200" cap="none" spc="0" normalizeH="0" baseline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endParaRPr lang="en-US" dirty="0"/>
          </a:p>
          <a:p>
            <a:pPr marL="192881" marR="0" lvl="0" indent="-192881" algn="l" defTabSz="51435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1350" u="none" strike="noStrike" kern="1200" cap="none" spc="0" normalizeH="0" baseline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endParaRPr lang="en-US" dirty="0"/>
          </a:p>
          <a:p>
            <a:pPr marL="192881" marR="0" lvl="0" indent="-192881" algn="l" defTabSz="51435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1350" u="none" strike="noStrike" kern="1200" cap="none" spc="0" normalizeH="0" baseline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endParaRPr lang="en-US" dirty="0"/>
          </a:p>
        </p:txBody>
      </p:sp>
      <p:sp>
        <p:nvSpPr>
          <p:cNvPr id="7" name="TextBox 6"/>
          <p:cNvSpPr txBox="1"/>
          <p:nvPr userDrawn="1"/>
        </p:nvSpPr>
        <p:spPr>
          <a:xfrm>
            <a:off x="3276600" y="6596393"/>
            <a:ext cx="5867400" cy="1876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defTabSz="685800" rtl="0">
              <a:defRPr/>
            </a:pPr>
            <a:r>
              <a:rPr lang="en-US" sz="619" b="1" kern="1200" dirty="0">
                <a:solidFill>
                  <a:srgbClr val="101141"/>
                </a:solidFill>
                <a:latin typeface="Arial"/>
                <a:ea typeface="+mn-ea"/>
                <a:cs typeface="Arial"/>
              </a:rPr>
              <a:t>BITS </a:t>
            </a:r>
            <a:r>
              <a:rPr lang="en-US" sz="619" kern="1200" dirty="0">
                <a:solidFill>
                  <a:srgbClr val="101141"/>
                </a:solidFill>
                <a:latin typeface="Arial"/>
                <a:ea typeface="+mn-ea"/>
                <a:cs typeface="Arial"/>
              </a:rPr>
              <a:t>Pilani, Deemed to be University under Section 3 of UGC Act, 1956</a:t>
            </a:r>
          </a:p>
        </p:txBody>
      </p:sp>
      <p:grpSp>
        <p:nvGrpSpPr>
          <p:cNvPr id="12" name="Group 11"/>
          <p:cNvGrpSpPr/>
          <p:nvPr userDrawn="1"/>
        </p:nvGrpSpPr>
        <p:grpSpPr>
          <a:xfrm>
            <a:off x="2083888" y="6550675"/>
            <a:ext cx="7060112" cy="48665"/>
            <a:chOff x="2083888" y="6550671"/>
            <a:chExt cx="7060112" cy="48665"/>
          </a:xfrm>
        </p:grpSpPr>
        <p:sp>
          <p:nvSpPr>
            <p:cNvPr id="13" name="Rectangle 12"/>
            <p:cNvSpPr/>
            <p:nvPr/>
          </p:nvSpPr>
          <p:spPr>
            <a:xfrm>
              <a:off x="4630476" y="6550672"/>
              <a:ext cx="2328591" cy="48664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 rtl="0">
                <a:defRPr/>
              </a:pPr>
              <a:endParaRPr lang="en-US" sz="1013" kern="1200">
                <a:solidFill>
                  <a:prstClr val="white"/>
                </a:solidFill>
              </a:endParaRPr>
            </a:p>
          </p:txBody>
        </p:sp>
        <p:sp>
          <p:nvSpPr>
            <p:cNvPr id="14" name="Rectangle 13"/>
            <p:cNvSpPr/>
            <p:nvPr/>
          </p:nvSpPr>
          <p:spPr>
            <a:xfrm>
              <a:off x="6907874" y="6550671"/>
              <a:ext cx="2236126" cy="45719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 rtl="0">
                <a:defRPr/>
              </a:pPr>
              <a:endParaRPr lang="en-US" sz="1013" kern="1200">
                <a:solidFill>
                  <a:prstClr val="white"/>
                </a:solidFill>
              </a:endParaRP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2083888" y="6550672"/>
              <a:ext cx="2580680" cy="48664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 rtl="0">
                <a:defRPr/>
              </a:pPr>
              <a:endParaRPr lang="en-US" sz="1013" kern="1200">
                <a:solidFill>
                  <a:prstClr val="white"/>
                </a:solidFill>
              </a:endParaRPr>
            </a:p>
          </p:txBody>
        </p:sp>
      </p:grpSp>
      <p:pic>
        <p:nvPicPr>
          <p:cNvPr id="16" name="Picture 15" descr="Picture 7.png"/>
          <p:cNvPicPr>
            <a:picLocks noChangeAspect="1"/>
          </p:cNvPicPr>
          <p:nvPr userDrawn="1"/>
        </p:nvPicPr>
        <p:blipFill>
          <a:blip r:embed="rId3" cstate="print"/>
          <a:srcRect l="1923" b="5336"/>
          <a:stretch>
            <a:fillRect/>
          </a:stretch>
        </p:blipFill>
        <p:spPr>
          <a:xfrm>
            <a:off x="6629402" y="-1"/>
            <a:ext cx="2193193" cy="692697"/>
          </a:xfrm>
          <a:prstGeom prst="rect">
            <a:avLst/>
          </a:prstGeom>
        </p:spPr>
      </p:pic>
      <p:grpSp>
        <p:nvGrpSpPr>
          <p:cNvPr id="19" name="Group 18"/>
          <p:cNvGrpSpPr/>
          <p:nvPr userDrawn="1"/>
        </p:nvGrpSpPr>
        <p:grpSpPr>
          <a:xfrm>
            <a:off x="2133600" y="6558116"/>
            <a:ext cx="7010400" cy="45719"/>
            <a:chOff x="1905000" y="6553200"/>
            <a:chExt cx="7010400" cy="45719"/>
          </a:xfrm>
        </p:grpSpPr>
        <p:sp>
          <p:nvSpPr>
            <p:cNvPr id="20" name="Rectangle 19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 rtl="0">
                <a:defRPr/>
              </a:pPr>
              <a:endParaRPr lang="en-US" sz="1013" kern="1200">
                <a:solidFill>
                  <a:prstClr val="white"/>
                </a:solidFill>
              </a:endParaRPr>
            </a:p>
          </p:txBody>
        </p:sp>
        <p:sp>
          <p:nvSpPr>
            <p:cNvPr id="21" name="Rectangle 20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 rtl="0">
                <a:defRPr/>
              </a:pPr>
              <a:endParaRPr lang="en-US" sz="1013" kern="1200">
                <a:solidFill>
                  <a:prstClr val="white"/>
                </a:solidFill>
              </a:endParaRPr>
            </a:p>
          </p:txBody>
        </p:sp>
        <p:sp>
          <p:nvSpPr>
            <p:cNvPr id="22" name="Rectangle 21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 rtl="0">
                <a:defRPr/>
              </a:pPr>
              <a:endParaRPr lang="en-US" sz="1013" kern="1200">
                <a:solidFill>
                  <a:prstClr val="white"/>
                </a:solidFill>
              </a:endParaRPr>
            </a:p>
          </p:txBody>
        </p:sp>
      </p:grpSp>
      <p:grpSp>
        <p:nvGrpSpPr>
          <p:cNvPr id="23" name="Group 22"/>
          <p:cNvGrpSpPr/>
          <p:nvPr userDrawn="1"/>
        </p:nvGrpSpPr>
        <p:grpSpPr>
          <a:xfrm>
            <a:off x="0" y="1295404"/>
            <a:ext cx="7010400" cy="45719"/>
            <a:chOff x="1905000" y="6553200"/>
            <a:chExt cx="7010400" cy="45719"/>
          </a:xfrm>
        </p:grpSpPr>
        <p:sp>
          <p:nvSpPr>
            <p:cNvPr id="24" name="Rectangle 23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 rtl="0">
                <a:defRPr/>
              </a:pPr>
              <a:endParaRPr lang="en-US" sz="1013" kern="1200">
                <a:solidFill>
                  <a:prstClr val="white"/>
                </a:solidFill>
              </a:endParaRPr>
            </a:p>
          </p:txBody>
        </p:sp>
        <p:sp>
          <p:nvSpPr>
            <p:cNvPr id="25" name="Rectangle 24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 rtl="0">
                <a:defRPr/>
              </a:pPr>
              <a:endParaRPr lang="en-US" sz="1013" kern="1200">
                <a:solidFill>
                  <a:prstClr val="white"/>
                </a:solidFill>
              </a:endParaRPr>
            </a:p>
          </p:txBody>
        </p:sp>
        <p:sp>
          <p:nvSpPr>
            <p:cNvPr id="26" name="Rectangle 25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 rtl="0">
                <a:defRPr/>
              </a:pPr>
              <a:endParaRPr lang="en-US" sz="1013" kern="1200">
                <a:solidFill>
                  <a:prstClr val="white"/>
                </a:solidFill>
              </a:endParaRPr>
            </a:p>
          </p:txBody>
        </p:sp>
      </p:grpSp>
      <p:sp>
        <p:nvSpPr>
          <p:cNvPr id="27" name="Content Placeholder 18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6324600" cy="1143000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 marL="0">
              <a:lnSpc>
                <a:spcPts val="2025"/>
              </a:lnSpc>
              <a:spcBef>
                <a:spcPts val="0"/>
              </a:spcBef>
              <a:buNone/>
              <a:defRPr sz="2025" b="1" spc="-85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FA95B91-80DC-439F-8C70-3B1EBFBBF1F5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495800" y="6363741"/>
            <a:ext cx="914400" cy="9144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4116052-1273-4EC0-ADD6-422E16AA4781}"/>
              </a:ext>
            </a:extLst>
          </p:cNvPr>
          <p:cNvSpPr>
            <a:spLocks noGrp="1"/>
          </p:cNvSpPr>
          <p:nvPr>
            <p:ph type="dt" sz="half" idx="12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/>
          <a:lstStyle/>
          <a:p>
            <a:pPr algn="l" rtl="0" fontAlgn="base">
              <a:spcBef>
                <a:spcPct val="0"/>
              </a:spcBef>
              <a:spcAft>
                <a:spcPct val="0"/>
              </a:spcAft>
            </a:pPr>
            <a:endParaRPr lang="en-US" sz="1200" kern="1200">
              <a:solidFill>
                <a:prstClr val="black">
                  <a:tint val="75000"/>
                </a:prstClr>
              </a:solidFill>
              <a:latin typeface="Tahoma" charset="0"/>
              <a:ea typeface="+mn-ea"/>
              <a:cs typeface="+mn-cs"/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DE8E7A-623C-40DD-A712-BEEDA93A9756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7358633" y="6639735"/>
            <a:ext cx="1706245" cy="182245"/>
          </a:xfrm>
          <a:prstGeom prst="rect">
            <a:avLst/>
          </a:prstGeom>
        </p:spPr>
        <p:txBody>
          <a:bodyPr/>
          <a:lstStyle/>
          <a:p>
            <a:pPr algn="l" rtl="0" fontAlgn="base">
              <a:spcBef>
                <a:spcPct val="0"/>
              </a:spcBef>
              <a:spcAft>
                <a:spcPct val="0"/>
              </a:spcAft>
            </a:pPr>
            <a:endParaRPr lang="en-US" sz="1200" kern="1200">
              <a:solidFill>
                <a:prstClr val="black">
                  <a:tint val="75000"/>
                </a:prstClr>
              </a:solidFill>
              <a:latin typeface="Tahoma" charset="0"/>
              <a:ea typeface="+mn-ea"/>
              <a:cs typeface="+mn-cs"/>
            </a:endParaRP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0CD26A9A-C7D3-441E-9815-2014756B5490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7010400" y="6101555"/>
            <a:ext cx="2133600" cy="365125"/>
          </a:xfrm>
          <a:prstGeom prst="rect">
            <a:avLst/>
          </a:prstGeom>
        </p:spPr>
        <p:txBody>
          <a:bodyPr/>
          <a:lstStyle/>
          <a:p>
            <a:pPr algn="l" rtl="0" fontAlgn="base">
              <a:spcBef>
                <a:spcPct val="0"/>
              </a:spcBef>
              <a:spcAft>
                <a:spcPct val="0"/>
              </a:spcAft>
            </a:pPr>
            <a:fld id="{BC8D7E44-7D4F-4942-A8C9-2DF6BF8399E8}" type="slidenum">
              <a:rPr lang="en-US" sz="1200" kern="1200">
                <a:solidFill>
                  <a:prstClr val="black">
                    <a:tint val="75000"/>
                  </a:prstClr>
                </a:solidFill>
                <a:latin typeface="Tahoma" charset="0"/>
                <a:ea typeface="+mn-ea"/>
                <a:cs typeface="+mn-cs"/>
              </a:rPr>
              <a:pPr algn="l" rtl="0"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sz="1200" kern="1200" dirty="0">
              <a:solidFill>
                <a:prstClr val="black">
                  <a:tint val="75000"/>
                </a:prstClr>
              </a:solidFill>
              <a:latin typeface="Tahoma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51925688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>
            <a:spLocks noChangeArrowheads="1"/>
          </p:cNvSpPr>
          <p:nvPr userDrawn="1"/>
        </p:nvSpPr>
        <p:spPr bwMode="auto">
          <a:xfrm>
            <a:off x="3276600" y="6596063"/>
            <a:ext cx="5867400" cy="261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rtl="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100" b="1" kern="1200" dirty="0">
                <a:solidFill>
                  <a:srgbClr val="101141"/>
                </a:solidFill>
                <a:ea typeface="+mn-ea"/>
                <a:cs typeface="Arial" panose="020B0604020202020204" pitchFamily="34" charset="0"/>
              </a:rPr>
              <a:t>BITS </a:t>
            </a:r>
            <a:r>
              <a:rPr lang="en-US" sz="1100" kern="1200" dirty="0" err="1">
                <a:solidFill>
                  <a:srgbClr val="101141"/>
                </a:solidFill>
                <a:ea typeface="+mn-ea"/>
                <a:cs typeface="Arial" panose="020B0604020202020204" pitchFamily="34" charset="0"/>
              </a:rPr>
              <a:t>Pilani</a:t>
            </a:r>
            <a:endParaRPr lang="en-US" sz="1100" kern="1200" dirty="0">
              <a:solidFill>
                <a:srgbClr val="101141"/>
              </a:solidFill>
              <a:ea typeface="+mn-ea"/>
              <a:cs typeface="Arial" panose="020B0604020202020204" pitchFamily="34" charset="0"/>
            </a:endParaRPr>
          </a:p>
        </p:txBody>
      </p:sp>
      <p:grpSp>
        <p:nvGrpSpPr>
          <p:cNvPr id="5" name="Group 11"/>
          <p:cNvGrpSpPr>
            <a:grpSpLocks/>
          </p:cNvGrpSpPr>
          <p:nvPr userDrawn="1"/>
        </p:nvGrpSpPr>
        <p:grpSpPr bwMode="auto">
          <a:xfrm>
            <a:off x="2084388" y="6550025"/>
            <a:ext cx="7059612" cy="49213"/>
            <a:chOff x="2083888" y="6550671"/>
            <a:chExt cx="7060112" cy="48665"/>
          </a:xfrm>
        </p:grpSpPr>
        <p:sp>
          <p:nvSpPr>
            <p:cNvPr id="6" name="Rectangle 5"/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kern="1200">
                <a:solidFill>
                  <a:prstClr val="white"/>
                </a:solidFill>
              </a:endParaRPr>
            </a:p>
          </p:txBody>
        </p:sp>
        <p:sp>
          <p:nvSpPr>
            <p:cNvPr id="7" name="Rectangle 6"/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kern="1200">
                <a:solidFill>
                  <a:prstClr val="white"/>
                </a:solidFill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kern="1200">
                <a:solidFill>
                  <a:prstClr val="white"/>
                </a:solidFill>
              </a:endParaRPr>
            </a:p>
          </p:txBody>
        </p:sp>
      </p:grpSp>
      <p:pic>
        <p:nvPicPr>
          <p:cNvPr id="9" name="Picture 11" descr="Picture 7.png"/>
          <p:cNvPicPr>
            <a:picLocks noChangeAspect="1"/>
          </p:cNvPicPr>
          <p:nvPr userDrawn="1"/>
        </p:nvPicPr>
        <p:blipFill>
          <a:blip r:embed="rId2" cstate="print"/>
          <a:srcRect l="1923" b="5336"/>
          <a:stretch>
            <a:fillRect/>
          </a:stretch>
        </p:blipFill>
        <p:spPr bwMode="auto">
          <a:xfrm>
            <a:off x="6629400" y="0"/>
            <a:ext cx="2193925" cy="692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10" name="Group 18"/>
          <p:cNvGrpSpPr>
            <a:grpSpLocks/>
          </p:cNvGrpSpPr>
          <p:nvPr userDrawn="1"/>
        </p:nvGrpSpPr>
        <p:grpSpPr bwMode="auto"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11" name="Rectangle 10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kern="1200">
                <a:solidFill>
                  <a:prstClr val="white"/>
                </a:solidFill>
              </a:endParaRP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kern="1200">
                <a:solidFill>
                  <a:prstClr val="white"/>
                </a:solidFill>
              </a:endParaRPr>
            </a:p>
          </p:txBody>
        </p:sp>
        <p:sp>
          <p:nvSpPr>
            <p:cNvPr id="13" name="Rectangle 12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kern="1200">
                <a:solidFill>
                  <a:prstClr val="white"/>
                </a:solidFill>
              </a:endParaRPr>
            </a:p>
          </p:txBody>
        </p:sp>
      </p:grpSp>
      <p:grpSp>
        <p:nvGrpSpPr>
          <p:cNvPr id="14" name="Group 22"/>
          <p:cNvGrpSpPr>
            <a:grpSpLocks/>
          </p:cNvGrpSpPr>
          <p:nvPr userDrawn="1"/>
        </p:nvGrpSpPr>
        <p:grpSpPr bwMode="auto"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15" name="Rectangle 14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kern="1200">
                <a:solidFill>
                  <a:prstClr val="white"/>
                </a:solidFill>
              </a:endParaRPr>
            </a:p>
          </p:txBody>
        </p:sp>
        <p:sp>
          <p:nvSpPr>
            <p:cNvPr id="16" name="Rectangle 15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kern="1200">
                <a:solidFill>
                  <a:prstClr val="white"/>
                </a:solidFill>
              </a:endParaRPr>
            </a:p>
          </p:txBody>
        </p:sp>
        <p:sp>
          <p:nvSpPr>
            <p:cNvPr id="17" name="Rectangle 16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kern="1200">
                <a:solidFill>
                  <a:prstClr val="white"/>
                </a:solidFill>
              </a:endParaRPr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600200"/>
            <a:ext cx="8229600" cy="4525963"/>
          </a:xfrm>
          <a:prstGeom prst="rect">
            <a:avLst/>
          </a:prstGeom>
        </p:spPr>
        <p:txBody>
          <a:bodyPr/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00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200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2pPr>
            <a:lvl3pPr>
              <a:defRPr sz="200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3pPr>
            <a:lvl4pPr>
              <a:defRPr sz="200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4pPr>
            <a:lvl5pPr>
              <a:defRPr sz="200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  <a:endParaRPr lang="en-US" dirty="0"/>
          </a:p>
        </p:txBody>
      </p:sp>
      <p:sp>
        <p:nvSpPr>
          <p:cNvPr id="27" name="Content Placeholder 18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6324600" cy="1143000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solidFill>
                  <a:schemeClr val="accent2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1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pPr algn="l" rtl="0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1600" kern="1200">
              <a:solidFill>
                <a:prstClr val="black">
                  <a:tint val="75000"/>
                </a:prstClr>
              </a:solidFill>
              <a:latin typeface="Tahoma" charset="0"/>
              <a:ea typeface="+mn-ea"/>
              <a:cs typeface="+mn-cs"/>
            </a:endParaRPr>
          </a:p>
        </p:txBody>
      </p:sp>
      <p:sp>
        <p:nvSpPr>
          <p:cNvPr id="18" name="Footer Placeholder 17"/>
          <p:cNvSpPr>
            <a:spLocks noGrp="1"/>
          </p:cNvSpPr>
          <p:nvPr>
            <p:ph type="ftr" sz="quarter" idx="12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pPr algn="l" rtl="0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1600" kern="1200" dirty="0">
              <a:solidFill>
                <a:prstClr val="black">
                  <a:tint val="75000"/>
                </a:prstClr>
              </a:solidFill>
              <a:latin typeface="Tahoma" charset="0"/>
              <a:ea typeface="+mn-ea"/>
              <a:cs typeface="+mn-cs"/>
            </a:endParaRPr>
          </a:p>
        </p:txBody>
      </p:sp>
      <p:sp>
        <p:nvSpPr>
          <p:cNvPr id="19" name="Slide Number Placeholder 18"/>
          <p:cNvSpPr>
            <a:spLocks noGrp="1"/>
          </p:cNvSpPr>
          <p:nvPr>
            <p:ph type="sldNum" sz="quarter" idx="13"/>
          </p:nvPr>
        </p:nvSpPr>
        <p:spPr>
          <a:xfrm>
            <a:off x="3086100" y="6424612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C00000"/>
                </a:solidFill>
              </a:defRPr>
            </a:lvl1pPr>
          </a:lstStyle>
          <a:p>
            <a:pPr algn="l" rtl="0" fontAlgn="base">
              <a:spcBef>
                <a:spcPct val="0"/>
              </a:spcBef>
              <a:spcAft>
                <a:spcPct val="0"/>
              </a:spcAft>
            </a:pPr>
            <a:fld id="{DB1C2494-8932-4549-9EEA-B787E7A0F253}" type="slidenum">
              <a:rPr lang="en-US" sz="1600" kern="1200" smtClean="0">
                <a:latin typeface="Tahoma" charset="0"/>
                <a:ea typeface="+mn-ea"/>
                <a:cs typeface="+mn-cs"/>
              </a:rPr>
              <a:pPr algn="l" rtl="0"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sz="1600" kern="1200" dirty="0">
              <a:latin typeface="Tahoma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13473145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8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>
            <a:spLocks noChangeArrowheads="1"/>
          </p:cNvSpPr>
          <p:nvPr userDrawn="1"/>
        </p:nvSpPr>
        <p:spPr bwMode="auto">
          <a:xfrm>
            <a:off x="3276600" y="6596063"/>
            <a:ext cx="5867400" cy="261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rtl="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sz="1100" b="1" kern="1200">
                <a:solidFill>
                  <a:srgbClr val="101141"/>
                </a:solidFill>
                <a:ea typeface="+mn-ea"/>
              </a:rPr>
              <a:t>BITS </a:t>
            </a:r>
            <a:r>
              <a:rPr lang="en-US" altLang="en-US" sz="1100" kern="1200">
                <a:solidFill>
                  <a:srgbClr val="101141"/>
                </a:solidFill>
                <a:ea typeface="+mn-ea"/>
              </a:rPr>
              <a:t>Pilani, Pilani Campus</a:t>
            </a:r>
          </a:p>
        </p:txBody>
      </p:sp>
      <p:grpSp>
        <p:nvGrpSpPr>
          <p:cNvPr id="5" name="Group 11"/>
          <p:cNvGrpSpPr>
            <a:grpSpLocks/>
          </p:cNvGrpSpPr>
          <p:nvPr userDrawn="1"/>
        </p:nvGrpSpPr>
        <p:grpSpPr bwMode="auto">
          <a:xfrm>
            <a:off x="2084388" y="6550025"/>
            <a:ext cx="7059612" cy="49213"/>
            <a:chOff x="2083888" y="6550671"/>
            <a:chExt cx="7060112" cy="48665"/>
          </a:xfrm>
        </p:grpSpPr>
        <p:sp>
          <p:nvSpPr>
            <p:cNvPr id="6" name="Rectangle 5"/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  <p:sp>
          <p:nvSpPr>
            <p:cNvPr id="7" name="Rectangle 6"/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</p:grpSp>
      <p:grpSp>
        <p:nvGrpSpPr>
          <p:cNvPr id="9" name="Group 18"/>
          <p:cNvGrpSpPr>
            <a:grpSpLocks/>
          </p:cNvGrpSpPr>
          <p:nvPr userDrawn="1"/>
        </p:nvGrpSpPr>
        <p:grpSpPr bwMode="auto"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10" name="Rectangle 9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  <p:sp>
          <p:nvSpPr>
            <p:cNvPr id="12" name="Rectangle 11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</p:grpSp>
      <p:grpSp>
        <p:nvGrpSpPr>
          <p:cNvPr id="13" name="Group 22"/>
          <p:cNvGrpSpPr>
            <a:grpSpLocks/>
          </p:cNvGrpSpPr>
          <p:nvPr userDrawn="1"/>
        </p:nvGrpSpPr>
        <p:grpSpPr bwMode="auto"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14" name="Rectangle 13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  <p:sp>
          <p:nvSpPr>
            <p:cNvPr id="16" name="Rectangle 15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493837"/>
            <a:ext cx="8229600" cy="4525963"/>
          </a:xfrm>
          <a:prstGeom prst="rect">
            <a:avLst/>
          </a:prstGeom>
        </p:spPr>
        <p:txBody>
          <a:bodyPr/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40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60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2pPr>
            <a:lvl3pPr>
              <a:defRPr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3pPr>
            <a:lvl4pPr>
              <a:defRPr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4pPr>
            <a:lvl5pPr>
              <a:defRPr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  <a:endParaRPr lang="en-US" dirty="0"/>
          </a:p>
        </p:txBody>
      </p:sp>
      <p:sp>
        <p:nvSpPr>
          <p:cNvPr id="27" name="Content Placeholder 18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6324600" cy="1143000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3873306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0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>
            <a:spLocks noChangeArrowheads="1"/>
          </p:cNvSpPr>
          <p:nvPr userDrawn="1"/>
        </p:nvSpPr>
        <p:spPr bwMode="auto">
          <a:xfrm>
            <a:off x="3276600" y="6596063"/>
            <a:ext cx="5867400" cy="261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rtl="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sz="1100" b="1" kern="1200">
                <a:solidFill>
                  <a:srgbClr val="101141"/>
                </a:solidFill>
                <a:ea typeface="+mn-ea"/>
              </a:rPr>
              <a:t>BITS </a:t>
            </a:r>
            <a:r>
              <a:rPr lang="en-US" altLang="en-US" sz="1100" kern="1200">
                <a:solidFill>
                  <a:srgbClr val="101141"/>
                </a:solidFill>
                <a:ea typeface="+mn-ea"/>
              </a:rPr>
              <a:t>Pilani, Pilani Campus</a:t>
            </a:r>
          </a:p>
        </p:txBody>
      </p:sp>
      <p:grpSp>
        <p:nvGrpSpPr>
          <p:cNvPr id="5" name="Group 11"/>
          <p:cNvGrpSpPr>
            <a:grpSpLocks/>
          </p:cNvGrpSpPr>
          <p:nvPr userDrawn="1"/>
        </p:nvGrpSpPr>
        <p:grpSpPr bwMode="auto">
          <a:xfrm>
            <a:off x="2084388" y="6550025"/>
            <a:ext cx="7059612" cy="49213"/>
            <a:chOff x="2083888" y="6550671"/>
            <a:chExt cx="7060112" cy="48665"/>
          </a:xfrm>
        </p:grpSpPr>
        <p:sp>
          <p:nvSpPr>
            <p:cNvPr id="6" name="Rectangle 5"/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  <p:sp>
          <p:nvSpPr>
            <p:cNvPr id="7" name="Rectangle 6"/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</p:grpSp>
      <p:grpSp>
        <p:nvGrpSpPr>
          <p:cNvPr id="9" name="Group 18"/>
          <p:cNvGrpSpPr>
            <a:grpSpLocks/>
          </p:cNvGrpSpPr>
          <p:nvPr userDrawn="1"/>
        </p:nvGrpSpPr>
        <p:grpSpPr bwMode="auto"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10" name="Rectangle 9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  <p:sp>
          <p:nvSpPr>
            <p:cNvPr id="12" name="Rectangle 11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</p:grpSp>
      <p:grpSp>
        <p:nvGrpSpPr>
          <p:cNvPr id="13" name="Group 22"/>
          <p:cNvGrpSpPr>
            <a:grpSpLocks/>
          </p:cNvGrpSpPr>
          <p:nvPr userDrawn="1"/>
        </p:nvGrpSpPr>
        <p:grpSpPr bwMode="auto"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14" name="Rectangle 13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  <p:sp>
          <p:nvSpPr>
            <p:cNvPr id="16" name="Rectangle 15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493837"/>
            <a:ext cx="8229600" cy="4525963"/>
          </a:xfrm>
          <a:prstGeom prst="rect">
            <a:avLst/>
          </a:prstGeom>
        </p:spPr>
        <p:txBody>
          <a:bodyPr/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40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60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2pPr>
            <a:lvl3pPr>
              <a:defRPr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3pPr>
            <a:lvl4pPr>
              <a:defRPr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4pPr>
            <a:lvl5pPr>
              <a:defRPr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  <a:endParaRPr lang="en-US" dirty="0"/>
          </a:p>
        </p:txBody>
      </p:sp>
      <p:sp>
        <p:nvSpPr>
          <p:cNvPr id="27" name="Content Placeholder 18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6324600" cy="1143000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84822807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>
            <a:spLocks noChangeArrowheads="1"/>
          </p:cNvSpPr>
          <p:nvPr userDrawn="1"/>
        </p:nvSpPr>
        <p:spPr bwMode="auto">
          <a:xfrm>
            <a:off x="3276600" y="6596063"/>
            <a:ext cx="5867400" cy="261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rtl="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sz="1100" b="1" kern="1200">
                <a:solidFill>
                  <a:srgbClr val="101141"/>
                </a:solidFill>
                <a:ea typeface="+mn-ea"/>
              </a:rPr>
              <a:t>BITS </a:t>
            </a:r>
            <a:r>
              <a:rPr lang="en-US" altLang="en-US" sz="1100" kern="1200">
                <a:solidFill>
                  <a:srgbClr val="101141"/>
                </a:solidFill>
                <a:ea typeface="+mn-ea"/>
              </a:rPr>
              <a:t>Pilani, Pilani Campus</a:t>
            </a:r>
          </a:p>
        </p:txBody>
      </p:sp>
      <p:grpSp>
        <p:nvGrpSpPr>
          <p:cNvPr id="5" name="Group 11"/>
          <p:cNvGrpSpPr>
            <a:grpSpLocks/>
          </p:cNvGrpSpPr>
          <p:nvPr userDrawn="1"/>
        </p:nvGrpSpPr>
        <p:grpSpPr bwMode="auto">
          <a:xfrm>
            <a:off x="2084388" y="6550025"/>
            <a:ext cx="7059612" cy="49213"/>
            <a:chOff x="2083888" y="6550671"/>
            <a:chExt cx="7060112" cy="48665"/>
          </a:xfrm>
        </p:grpSpPr>
        <p:sp>
          <p:nvSpPr>
            <p:cNvPr id="6" name="Rectangle 5"/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  <p:sp>
          <p:nvSpPr>
            <p:cNvPr id="7" name="Rectangle 6"/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</p:grpSp>
      <p:grpSp>
        <p:nvGrpSpPr>
          <p:cNvPr id="9" name="Group 18"/>
          <p:cNvGrpSpPr>
            <a:grpSpLocks/>
          </p:cNvGrpSpPr>
          <p:nvPr userDrawn="1"/>
        </p:nvGrpSpPr>
        <p:grpSpPr bwMode="auto"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10" name="Rectangle 9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  <p:sp>
          <p:nvSpPr>
            <p:cNvPr id="12" name="Rectangle 11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</p:grpSp>
      <p:grpSp>
        <p:nvGrpSpPr>
          <p:cNvPr id="13" name="Group 22"/>
          <p:cNvGrpSpPr>
            <a:grpSpLocks/>
          </p:cNvGrpSpPr>
          <p:nvPr userDrawn="1"/>
        </p:nvGrpSpPr>
        <p:grpSpPr bwMode="auto"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14" name="Rectangle 13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  <p:sp>
          <p:nvSpPr>
            <p:cNvPr id="16" name="Rectangle 15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493837"/>
            <a:ext cx="8229600" cy="4525963"/>
          </a:xfrm>
          <a:prstGeom prst="rect">
            <a:avLst/>
          </a:prstGeom>
        </p:spPr>
        <p:txBody>
          <a:bodyPr/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40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60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2pPr>
            <a:lvl3pPr>
              <a:defRPr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3pPr>
            <a:lvl4pPr>
              <a:defRPr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4pPr>
            <a:lvl5pPr>
              <a:defRPr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  <a:endParaRPr lang="en-US" dirty="0"/>
          </a:p>
        </p:txBody>
      </p:sp>
      <p:sp>
        <p:nvSpPr>
          <p:cNvPr id="27" name="Content Placeholder 18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6324600" cy="1143000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01981247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>
            <a:spLocks noChangeArrowheads="1"/>
          </p:cNvSpPr>
          <p:nvPr userDrawn="1"/>
        </p:nvSpPr>
        <p:spPr bwMode="auto">
          <a:xfrm>
            <a:off x="3276600" y="6596063"/>
            <a:ext cx="5867400" cy="261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rtl="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sz="1100" b="1" kern="1200">
                <a:solidFill>
                  <a:srgbClr val="101141"/>
                </a:solidFill>
                <a:ea typeface="+mn-ea"/>
              </a:rPr>
              <a:t>BITS </a:t>
            </a:r>
            <a:r>
              <a:rPr lang="en-US" altLang="en-US" sz="1100" kern="1200">
                <a:solidFill>
                  <a:srgbClr val="101141"/>
                </a:solidFill>
                <a:ea typeface="+mn-ea"/>
              </a:rPr>
              <a:t>Pilani, Pilani Campus</a:t>
            </a:r>
          </a:p>
        </p:txBody>
      </p:sp>
      <p:grpSp>
        <p:nvGrpSpPr>
          <p:cNvPr id="5" name="Group 11"/>
          <p:cNvGrpSpPr>
            <a:grpSpLocks/>
          </p:cNvGrpSpPr>
          <p:nvPr userDrawn="1"/>
        </p:nvGrpSpPr>
        <p:grpSpPr bwMode="auto">
          <a:xfrm>
            <a:off x="2084388" y="6550025"/>
            <a:ext cx="7059612" cy="49213"/>
            <a:chOff x="2083888" y="6550671"/>
            <a:chExt cx="7060112" cy="48665"/>
          </a:xfrm>
        </p:grpSpPr>
        <p:sp>
          <p:nvSpPr>
            <p:cNvPr id="6" name="Rectangle 5"/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  <p:sp>
          <p:nvSpPr>
            <p:cNvPr id="7" name="Rectangle 6"/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</p:grpSp>
      <p:grpSp>
        <p:nvGrpSpPr>
          <p:cNvPr id="9" name="Group 18"/>
          <p:cNvGrpSpPr>
            <a:grpSpLocks/>
          </p:cNvGrpSpPr>
          <p:nvPr userDrawn="1"/>
        </p:nvGrpSpPr>
        <p:grpSpPr bwMode="auto"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10" name="Rectangle 9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  <p:sp>
          <p:nvSpPr>
            <p:cNvPr id="12" name="Rectangle 11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</p:grpSp>
      <p:grpSp>
        <p:nvGrpSpPr>
          <p:cNvPr id="13" name="Group 22"/>
          <p:cNvGrpSpPr>
            <a:grpSpLocks/>
          </p:cNvGrpSpPr>
          <p:nvPr userDrawn="1"/>
        </p:nvGrpSpPr>
        <p:grpSpPr bwMode="auto"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14" name="Rectangle 13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  <p:sp>
          <p:nvSpPr>
            <p:cNvPr id="16" name="Rectangle 15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493837"/>
            <a:ext cx="8229600" cy="4525963"/>
          </a:xfrm>
          <a:prstGeom prst="rect">
            <a:avLst/>
          </a:prstGeom>
        </p:spPr>
        <p:txBody>
          <a:bodyPr/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40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60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2pPr>
            <a:lvl3pPr>
              <a:defRPr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3pPr>
            <a:lvl4pPr>
              <a:defRPr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4pPr>
            <a:lvl5pPr>
              <a:defRPr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  <a:endParaRPr lang="en-US" dirty="0"/>
          </a:p>
        </p:txBody>
      </p:sp>
      <p:sp>
        <p:nvSpPr>
          <p:cNvPr id="27" name="Content Placeholder 18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6324600" cy="1143000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1692588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>
            <a:spLocks noChangeArrowheads="1"/>
          </p:cNvSpPr>
          <p:nvPr userDrawn="1"/>
        </p:nvSpPr>
        <p:spPr bwMode="auto">
          <a:xfrm>
            <a:off x="3276600" y="6596063"/>
            <a:ext cx="5867400" cy="261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rtl="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sz="1100" b="1" kern="1200">
                <a:solidFill>
                  <a:srgbClr val="101141"/>
                </a:solidFill>
                <a:ea typeface="+mn-ea"/>
              </a:rPr>
              <a:t>BITS </a:t>
            </a:r>
            <a:r>
              <a:rPr lang="en-US" altLang="en-US" sz="1100" kern="1200">
                <a:solidFill>
                  <a:srgbClr val="101141"/>
                </a:solidFill>
                <a:ea typeface="+mn-ea"/>
              </a:rPr>
              <a:t>Pilani, Pilani Campus</a:t>
            </a:r>
          </a:p>
        </p:txBody>
      </p:sp>
      <p:grpSp>
        <p:nvGrpSpPr>
          <p:cNvPr id="5" name="Group 11"/>
          <p:cNvGrpSpPr>
            <a:grpSpLocks/>
          </p:cNvGrpSpPr>
          <p:nvPr userDrawn="1"/>
        </p:nvGrpSpPr>
        <p:grpSpPr bwMode="auto">
          <a:xfrm>
            <a:off x="2084388" y="6550025"/>
            <a:ext cx="7059612" cy="49213"/>
            <a:chOff x="2083888" y="6550671"/>
            <a:chExt cx="7060112" cy="48665"/>
          </a:xfrm>
        </p:grpSpPr>
        <p:sp>
          <p:nvSpPr>
            <p:cNvPr id="6" name="Rectangle 5"/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  <p:sp>
          <p:nvSpPr>
            <p:cNvPr id="7" name="Rectangle 6"/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</p:grpSp>
      <p:grpSp>
        <p:nvGrpSpPr>
          <p:cNvPr id="9" name="Group 18"/>
          <p:cNvGrpSpPr>
            <a:grpSpLocks/>
          </p:cNvGrpSpPr>
          <p:nvPr userDrawn="1"/>
        </p:nvGrpSpPr>
        <p:grpSpPr bwMode="auto"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10" name="Rectangle 9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  <p:sp>
          <p:nvSpPr>
            <p:cNvPr id="12" name="Rectangle 11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</p:grpSp>
      <p:grpSp>
        <p:nvGrpSpPr>
          <p:cNvPr id="13" name="Group 22"/>
          <p:cNvGrpSpPr>
            <a:grpSpLocks/>
          </p:cNvGrpSpPr>
          <p:nvPr userDrawn="1"/>
        </p:nvGrpSpPr>
        <p:grpSpPr bwMode="auto"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14" name="Rectangle 13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  <p:sp>
          <p:nvSpPr>
            <p:cNvPr id="16" name="Rectangle 15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493837"/>
            <a:ext cx="8229600" cy="4525963"/>
          </a:xfrm>
          <a:prstGeom prst="rect">
            <a:avLst/>
          </a:prstGeom>
        </p:spPr>
        <p:txBody>
          <a:bodyPr/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40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60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2pPr>
            <a:lvl3pPr>
              <a:defRPr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3pPr>
            <a:lvl4pPr>
              <a:defRPr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4pPr>
            <a:lvl5pPr>
              <a:defRPr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  <a:endParaRPr lang="en-US" dirty="0"/>
          </a:p>
        </p:txBody>
      </p:sp>
      <p:sp>
        <p:nvSpPr>
          <p:cNvPr id="27" name="Content Placeholder 18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6324600" cy="1143000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01290414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8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>
            <a:spLocks noChangeArrowheads="1"/>
          </p:cNvSpPr>
          <p:nvPr userDrawn="1"/>
        </p:nvSpPr>
        <p:spPr bwMode="auto">
          <a:xfrm>
            <a:off x="3276600" y="6596063"/>
            <a:ext cx="5867400" cy="261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rtl="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sz="1100" b="1" kern="1200">
                <a:solidFill>
                  <a:srgbClr val="101141"/>
                </a:solidFill>
                <a:ea typeface="+mn-ea"/>
              </a:rPr>
              <a:t>BITS </a:t>
            </a:r>
            <a:r>
              <a:rPr lang="en-US" altLang="en-US" sz="1100" kern="1200">
                <a:solidFill>
                  <a:srgbClr val="101141"/>
                </a:solidFill>
                <a:ea typeface="+mn-ea"/>
              </a:rPr>
              <a:t>Pilani, Pilani Campus</a:t>
            </a:r>
          </a:p>
        </p:txBody>
      </p:sp>
      <p:grpSp>
        <p:nvGrpSpPr>
          <p:cNvPr id="5" name="Group 11"/>
          <p:cNvGrpSpPr>
            <a:grpSpLocks/>
          </p:cNvGrpSpPr>
          <p:nvPr userDrawn="1"/>
        </p:nvGrpSpPr>
        <p:grpSpPr bwMode="auto">
          <a:xfrm>
            <a:off x="2084388" y="6550025"/>
            <a:ext cx="7059612" cy="49213"/>
            <a:chOff x="2083888" y="6550671"/>
            <a:chExt cx="7060112" cy="48665"/>
          </a:xfrm>
        </p:grpSpPr>
        <p:sp>
          <p:nvSpPr>
            <p:cNvPr id="6" name="Rectangle 5"/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  <p:sp>
          <p:nvSpPr>
            <p:cNvPr id="7" name="Rectangle 6"/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</p:grpSp>
      <p:grpSp>
        <p:nvGrpSpPr>
          <p:cNvPr id="9" name="Group 18"/>
          <p:cNvGrpSpPr>
            <a:grpSpLocks/>
          </p:cNvGrpSpPr>
          <p:nvPr userDrawn="1"/>
        </p:nvGrpSpPr>
        <p:grpSpPr bwMode="auto"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10" name="Rectangle 9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  <p:sp>
          <p:nvSpPr>
            <p:cNvPr id="12" name="Rectangle 11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</p:grpSp>
      <p:grpSp>
        <p:nvGrpSpPr>
          <p:cNvPr id="13" name="Group 22"/>
          <p:cNvGrpSpPr>
            <a:grpSpLocks/>
          </p:cNvGrpSpPr>
          <p:nvPr userDrawn="1"/>
        </p:nvGrpSpPr>
        <p:grpSpPr bwMode="auto"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14" name="Rectangle 13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  <p:sp>
          <p:nvSpPr>
            <p:cNvPr id="16" name="Rectangle 15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493837"/>
            <a:ext cx="8229600" cy="4525963"/>
          </a:xfrm>
          <a:prstGeom prst="rect">
            <a:avLst/>
          </a:prstGeom>
        </p:spPr>
        <p:txBody>
          <a:bodyPr/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40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60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2pPr>
            <a:lvl3pPr>
              <a:defRPr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3pPr>
            <a:lvl4pPr>
              <a:defRPr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4pPr>
            <a:lvl5pPr>
              <a:defRPr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  <a:endParaRPr lang="en-US" dirty="0"/>
          </a:p>
        </p:txBody>
      </p:sp>
      <p:sp>
        <p:nvSpPr>
          <p:cNvPr id="27" name="Content Placeholder 18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6324600" cy="1143000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37760233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9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>
            <a:spLocks noChangeArrowheads="1"/>
          </p:cNvSpPr>
          <p:nvPr userDrawn="1"/>
        </p:nvSpPr>
        <p:spPr bwMode="auto">
          <a:xfrm>
            <a:off x="3276600" y="6596063"/>
            <a:ext cx="5867400" cy="261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rtl="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sz="1100" b="1" kern="1200">
                <a:solidFill>
                  <a:srgbClr val="101141"/>
                </a:solidFill>
                <a:ea typeface="+mn-ea"/>
              </a:rPr>
              <a:t>BITS </a:t>
            </a:r>
            <a:r>
              <a:rPr lang="en-US" altLang="en-US" sz="1100" kern="1200">
                <a:solidFill>
                  <a:srgbClr val="101141"/>
                </a:solidFill>
                <a:ea typeface="+mn-ea"/>
              </a:rPr>
              <a:t>Pilani, Pilani Campus</a:t>
            </a:r>
          </a:p>
        </p:txBody>
      </p:sp>
      <p:grpSp>
        <p:nvGrpSpPr>
          <p:cNvPr id="5" name="Group 11"/>
          <p:cNvGrpSpPr>
            <a:grpSpLocks/>
          </p:cNvGrpSpPr>
          <p:nvPr userDrawn="1"/>
        </p:nvGrpSpPr>
        <p:grpSpPr bwMode="auto">
          <a:xfrm>
            <a:off x="2084388" y="6550025"/>
            <a:ext cx="7059612" cy="49213"/>
            <a:chOff x="2083888" y="6550671"/>
            <a:chExt cx="7060112" cy="48665"/>
          </a:xfrm>
        </p:grpSpPr>
        <p:sp>
          <p:nvSpPr>
            <p:cNvPr id="6" name="Rectangle 5"/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  <p:sp>
          <p:nvSpPr>
            <p:cNvPr id="7" name="Rectangle 6"/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</p:grpSp>
      <p:grpSp>
        <p:nvGrpSpPr>
          <p:cNvPr id="9" name="Group 18"/>
          <p:cNvGrpSpPr>
            <a:grpSpLocks/>
          </p:cNvGrpSpPr>
          <p:nvPr userDrawn="1"/>
        </p:nvGrpSpPr>
        <p:grpSpPr bwMode="auto"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10" name="Rectangle 9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  <p:sp>
          <p:nvSpPr>
            <p:cNvPr id="12" name="Rectangle 11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</p:grpSp>
      <p:grpSp>
        <p:nvGrpSpPr>
          <p:cNvPr id="13" name="Group 22"/>
          <p:cNvGrpSpPr>
            <a:grpSpLocks/>
          </p:cNvGrpSpPr>
          <p:nvPr userDrawn="1"/>
        </p:nvGrpSpPr>
        <p:grpSpPr bwMode="auto"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14" name="Rectangle 13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  <p:sp>
          <p:nvSpPr>
            <p:cNvPr id="16" name="Rectangle 15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493837"/>
            <a:ext cx="8229600" cy="4525963"/>
          </a:xfrm>
          <a:prstGeom prst="rect">
            <a:avLst/>
          </a:prstGeom>
        </p:spPr>
        <p:txBody>
          <a:bodyPr/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40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60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2pPr>
            <a:lvl3pPr>
              <a:defRPr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3pPr>
            <a:lvl4pPr>
              <a:defRPr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4pPr>
            <a:lvl5pPr>
              <a:defRPr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  <a:endParaRPr lang="en-US" dirty="0"/>
          </a:p>
        </p:txBody>
      </p:sp>
      <p:sp>
        <p:nvSpPr>
          <p:cNvPr id="27" name="Content Placeholder 18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6324600" cy="1143000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834920998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0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>
            <a:spLocks noChangeArrowheads="1"/>
          </p:cNvSpPr>
          <p:nvPr userDrawn="1"/>
        </p:nvSpPr>
        <p:spPr bwMode="auto">
          <a:xfrm>
            <a:off x="3276600" y="6596063"/>
            <a:ext cx="5867400" cy="261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rtl="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sz="1100" b="1" kern="1200">
                <a:solidFill>
                  <a:srgbClr val="101141"/>
                </a:solidFill>
                <a:ea typeface="+mn-ea"/>
              </a:rPr>
              <a:t>BITS </a:t>
            </a:r>
            <a:r>
              <a:rPr lang="en-US" altLang="en-US" sz="1100" kern="1200">
                <a:solidFill>
                  <a:srgbClr val="101141"/>
                </a:solidFill>
                <a:ea typeface="+mn-ea"/>
              </a:rPr>
              <a:t>Pilani, Pilani Campus</a:t>
            </a:r>
          </a:p>
        </p:txBody>
      </p:sp>
      <p:grpSp>
        <p:nvGrpSpPr>
          <p:cNvPr id="5" name="Group 11"/>
          <p:cNvGrpSpPr>
            <a:grpSpLocks/>
          </p:cNvGrpSpPr>
          <p:nvPr userDrawn="1"/>
        </p:nvGrpSpPr>
        <p:grpSpPr bwMode="auto">
          <a:xfrm>
            <a:off x="2084388" y="6550025"/>
            <a:ext cx="7059612" cy="49213"/>
            <a:chOff x="2083888" y="6550671"/>
            <a:chExt cx="7060112" cy="48665"/>
          </a:xfrm>
        </p:grpSpPr>
        <p:sp>
          <p:nvSpPr>
            <p:cNvPr id="6" name="Rectangle 5"/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  <p:sp>
          <p:nvSpPr>
            <p:cNvPr id="7" name="Rectangle 6"/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</p:grpSp>
      <p:grpSp>
        <p:nvGrpSpPr>
          <p:cNvPr id="9" name="Group 18"/>
          <p:cNvGrpSpPr>
            <a:grpSpLocks/>
          </p:cNvGrpSpPr>
          <p:nvPr userDrawn="1"/>
        </p:nvGrpSpPr>
        <p:grpSpPr bwMode="auto"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10" name="Rectangle 9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  <p:sp>
          <p:nvSpPr>
            <p:cNvPr id="12" name="Rectangle 11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</p:grpSp>
      <p:grpSp>
        <p:nvGrpSpPr>
          <p:cNvPr id="13" name="Group 22"/>
          <p:cNvGrpSpPr>
            <a:grpSpLocks/>
          </p:cNvGrpSpPr>
          <p:nvPr userDrawn="1"/>
        </p:nvGrpSpPr>
        <p:grpSpPr bwMode="auto"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14" name="Rectangle 13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  <p:sp>
          <p:nvSpPr>
            <p:cNvPr id="16" name="Rectangle 15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493837"/>
            <a:ext cx="8229600" cy="4525963"/>
          </a:xfrm>
          <a:prstGeom prst="rect">
            <a:avLst/>
          </a:prstGeom>
        </p:spPr>
        <p:txBody>
          <a:bodyPr/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40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60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2pPr>
            <a:lvl3pPr>
              <a:defRPr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3pPr>
            <a:lvl4pPr>
              <a:defRPr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4pPr>
            <a:lvl5pPr>
              <a:defRPr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  <a:endParaRPr lang="en-US" dirty="0"/>
          </a:p>
        </p:txBody>
      </p:sp>
      <p:sp>
        <p:nvSpPr>
          <p:cNvPr id="27" name="Content Placeholder 18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6324600" cy="1143000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251157912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>
            <a:spLocks noChangeArrowheads="1"/>
          </p:cNvSpPr>
          <p:nvPr userDrawn="1"/>
        </p:nvSpPr>
        <p:spPr bwMode="auto">
          <a:xfrm>
            <a:off x="3276600" y="6596063"/>
            <a:ext cx="5867400" cy="261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rtl="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sz="1100" b="1" kern="1200">
                <a:solidFill>
                  <a:srgbClr val="101141"/>
                </a:solidFill>
                <a:ea typeface="+mn-ea"/>
              </a:rPr>
              <a:t>BITS </a:t>
            </a:r>
            <a:r>
              <a:rPr lang="en-US" altLang="en-US" sz="1100" kern="1200">
                <a:solidFill>
                  <a:srgbClr val="101141"/>
                </a:solidFill>
                <a:ea typeface="+mn-ea"/>
              </a:rPr>
              <a:t>Pilani, Pilani Campus</a:t>
            </a:r>
          </a:p>
        </p:txBody>
      </p:sp>
      <p:grpSp>
        <p:nvGrpSpPr>
          <p:cNvPr id="5" name="Group 11"/>
          <p:cNvGrpSpPr>
            <a:grpSpLocks/>
          </p:cNvGrpSpPr>
          <p:nvPr userDrawn="1"/>
        </p:nvGrpSpPr>
        <p:grpSpPr bwMode="auto">
          <a:xfrm>
            <a:off x="2084388" y="6550025"/>
            <a:ext cx="7059612" cy="49213"/>
            <a:chOff x="2083888" y="6550671"/>
            <a:chExt cx="7060112" cy="48665"/>
          </a:xfrm>
        </p:grpSpPr>
        <p:sp>
          <p:nvSpPr>
            <p:cNvPr id="6" name="Rectangle 5"/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  <p:sp>
          <p:nvSpPr>
            <p:cNvPr id="7" name="Rectangle 6"/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</p:grpSp>
      <p:grpSp>
        <p:nvGrpSpPr>
          <p:cNvPr id="9" name="Group 18"/>
          <p:cNvGrpSpPr>
            <a:grpSpLocks/>
          </p:cNvGrpSpPr>
          <p:nvPr userDrawn="1"/>
        </p:nvGrpSpPr>
        <p:grpSpPr bwMode="auto"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10" name="Rectangle 9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  <p:sp>
          <p:nvSpPr>
            <p:cNvPr id="12" name="Rectangle 11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</p:grpSp>
      <p:grpSp>
        <p:nvGrpSpPr>
          <p:cNvPr id="13" name="Group 22"/>
          <p:cNvGrpSpPr>
            <a:grpSpLocks/>
          </p:cNvGrpSpPr>
          <p:nvPr userDrawn="1"/>
        </p:nvGrpSpPr>
        <p:grpSpPr bwMode="auto"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14" name="Rectangle 13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  <p:sp>
          <p:nvSpPr>
            <p:cNvPr id="16" name="Rectangle 15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493837"/>
            <a:ext cx="8229600" cy="4525963"/>
          </a:xfrm>
          <a:prstGeom prst="rect">
            <a:avLst/>
          </a:prstGeom>
        </p:spPr>
        <p:txBody>
          <a:bodyPr/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40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60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2pPr>
            <a:lvl3pPr>
              <a:defRPr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3pPr>
            <a:lvl4pPr>
              <a:defRPr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4pPr>
            <a:lvl5pPr>
              <a:defRPr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  <a:endParaRPr lang="en-US" dirty="0"/>
          </a:p>
        </p:txBody>
      </p:sp>
      <p:sp>
        <p:nvSpPr>
          <p:cNvPr id="27" name="Content Placeholder 18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6324600" cy="1143000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68365415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>
            <a:spLocks noChangeArrowheads="1"/>
          </p:cNvSpPr>
          <p:nvPr userDrawn="1"/>
        </p:nvSpPr>
        <p:spPr bwMode="auto">
          <a:xfrm>
            <a:off x="3276600" y="6596063"/>
            <a:ext cx="5867400" cy="261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rtl="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sz="1100" b="1" kern="1200">
                <a:solidFill>
                  <a:srgbClr val="101141"/>
                </a:solidFill>
                <a:ea typeface="+mn-ea"/>
              </a:rPr>
              <a:t>BITS </a:t>
            </a:r>
            <a:r>
              <a:rPr lang="en-US" altLang="en-US" sz="1100" kern="1200">
                <a:solidFill>
                  <a:srgbClr val="101141"/>
                </a:solidFill>
                <a:ea typeface="+mn-ea"/>
              </a:rPr>
              <a:t>Pilani, Pilani Campus</a:t>
            </a:r>
          </a:p>
        </p:txBody>
      </p:sp>
      <p:grpSp>
        <p:nvGrpSpPr>
          <p:cNvPr id="5" name="Group 11"/>
          <p:cNvGrpSpPr>
            <a:grpSpLocks/>
          </p:cNvGrpSpPr>
          <p:nvPr userDrawn="1"/>
        </p:nvGrpSpPr>
        <p:grpSpPr bwMode="auto">
          <a:xfrm>
            <a:off x="2084388" y="6550025"/>
            <a:ext cx="7059612" cy="49213"/>
            <a:chOff x="2083888" y="6550671"/>
            <a:chExt cx="7060112" cy="48665"/>
          </a:xfrm>
        </p:grpSpPr>
        <p:sp>
          <p:nvSpPr>
            <p:cNvPr id="6" name="Rectangle 5"/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  <p:sp>
          <p:nvSpPr>
            <p:cNvPr id="7" name="Rectangle 6"/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</p:grpSp>
      <p:grpSp>
        <p:nvGrpSpPr>
          <p:cNvPr id="9" name="Group 18"/>
          <p:cNvGrpSpPr>
            <a:grpSpLocks/>
          </p:cNvGrpSpPr>
          <p:nvPr userDrawn="1"/>
        </p:nvGrpSpPr>
        <p:grpSpPr bwMode="auto"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10" name="Rectangle 9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  <p:sp>
          <p:nvSpPr>
            <p:cNvPr id="12" name="Rectangle 11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</p:grpSp>
      <p:grpSp>
        <p:nvGrpSpPr>
          <p:cNvPr id="13" name="Group 22"/>
          <p:cNvGrpSpPr>
            <a:grpSpLocks/>
          </p:cNvGrpSpPr>
          <p:nvPr userDrawn="1"/>
        </p:nvGrpSpPr>
        <p:grpSpPr bwMode="auto"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14" name="Rectangle 13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  <p:sp>
          <p:nvSpPr>
            <p:cNvPr id="16" name="Rectangle 15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493837"/>
            <a:ext cx="8229600" cy="1920526"/>
          </a:xfrm>
          <a:prstGeom prst="rect">
            <a:avLst/>
          </a:prstGeom>
        </p:spPr>
        <p:txBody>
          <a:bodyPr/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40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240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2pPr>
            <a:lvl3pPr>
              <a:defRPr sz="240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3pPr>
            <a:lvl4pPr>
              <a:defRPr sz="240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4pPr>
            <a:lvl5pPr>
              <a:defRPr sz="240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  <a:endParaRPr lang="en-US" dirty="0"/>
          </a:p>
        </p:txBody>
      </p:sp>
      <p:sp>
        <p:nvSpPr>
          <p:cNvPr id="27" name="Content Placeholder 18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6324600" cy="1143000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0" spc="-150" baseline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743212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bg>
      <p:bgPr>
        <a:blipFill dpi="0" rotWithShape="0">
          <a:blip r:embed="rId2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3352800"/>
            <a:ext cx="8686800" cy="2743200"/>
          </a:xfrm>
          <a:prstGeom prst="rect">
            <a:avLst/>
          </a:prstGeom>
          <a:solidFill>
            <a:srgbClr val="1011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rtl="0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1200" kern="1200" dirty="0">
              <a:solidFill>
                <a:prstClr val="white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2895600" y="6096000"/>
            <a:ext cx="2895600" cy="76200"/>
          </a:xfrm>
          <a:prstGeom prst="rect">
            <a:avLst/>
          </a:prstGeom>
          <a:solidFill>
            <a:srgbClr val="76C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rtl="0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1200" kern="1200">
              <a:solidFill>
                <a:prstClr val="white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0" y="6096000"/>
            <a:ext cx="2895600" cy="76200"/>
          </a:xfrm>
          <a:prstGeom prst="rect">
            <a:avLst/>
          </a:prstGeom>
          <a:solidFill>
            <a:srgbClr val="FCB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rtl="0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1200" kern="1200">
              <a:solidFill>
                <a:prstClr val="white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791200" y="6096000"/>
            <a:ext cx="2895600" cy="76200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rtl="0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1200" kern="1200">
              <a:solidFill>
                <a:prstClr val="white"/>
              </a:solidFill>
            </a:endParaRPr>
          </a:p>
        </p:txBody>
      </p:sp>
      <p:pic>
        <p:nvPicPr>
          <p:cNvPr id="7" name="Picture 10" descr="BITS_university_logo_whitevert.png"/>
          <p:cNvPicPr>
            <a:picLocks noChangeAspect="1"/>
          </p:cNvPicPr>
          <p:nvPr/>
        </p:nvPicPr>
        <p:blipFill>
          <a:blip r:embed="rId3" cstate="print"/>
          <a:srcRect t="2" b="28592"/>
          <a:stretch>
            <a:fillRect/>
          </a:stretch>
        </p:blipFill>
        <p:spPr bwMode="auto">
          <a:xfrm>
            <a:off x="76200" y="3352802"/>
            <a:ext cx="2057400" cy="19796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TextBox 7"/>
          <p:cNvSpPr txBox="1"/>
          <p:nvPr/>
        </p:nvSpPr>
        <p:spPr>
          <a:xfrm>
            <a:off x="-76200" y="5257800"/>
            <a:ext cx="2209800" cy="42704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rtl="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2175" b="1" kern="1200" spc="-113" dirty="0">
                <a:solidFill>
                  <a:prstClr val="white"/>
                </a:solidFill>
                <a:latin typeface="Arial"/>
                <a:ea typeface="+mn-ea"/>
                <a:cs typeface="Arial"/>
              </a:rPr>
              <a:t>BITS</a:t>
            </a:r>
            <a:r>
              <a:rPr lang="en-US" sz="2175" kern="1200" spc="-113" dirty="0">
                <a:solidFill>
                  <a:prstClr val="white"/>
                </a:solidFill>
                <a:latin typeface="Arial"/>
                <a:ea typeface="+mn-ea"/>
                <a:cs typeface="Arial"/>
              </a:rPr>
              <a:t> Pilani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2400" y="5667376"/>
            <a:ext cx="1905000" cy="23083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l" rtl="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900" kern="1200" dirty="0">
                <a:solidFill>
                  <a:srgbClr val="FFFFFF"/>
                </a:solidFill>
                <a:latin typeface="Arial"/>
                <a:ea typeface="+mn-ea"/>
                <a:cs typeface="Arial"/>
              </a:rPr>
              <a:t>Pilani Campus</a:t>
            </a:r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2514600" y="3810000"/>
            <a:ext cx="6019800" cy="1524000"/>
          </a:xfrm>
        </p:spPr>
        <p:txBody>
          <a:bodyPr anchorCtr="0">
            <a:noAutofit/>
          </a:bodyPr>
          <a:lstStyle>
            <a:lvl1pPr algn="l">
              <a:lnSpc>
                <a:spcPts val="3000"/>
              </a:lnSpc>
              <a:defRPr sz="330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3534396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ustom Layout">
    <p:bg>
      <p:bgPr>
        <a:blipFill dpi="0" rotWithShape="0">
          <a:blip r:embed="rId2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3352800"/>
            <a:ext cx="8686800" cy="2743200"/>
          </a:xfrm>
          <a:prstGeom prst="rect">
            <a:avLst/>
          </a:prstGeom>
          <a:solidFill>
            <a:srgbClr val="1011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rtl="0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1200" kern="1200" dirty="0">
              <a:solidFill>
                <a:prstClr val="white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2895600" y="6096000"/>
            <a:ext cx="2895600" cy="76200"/>
          </a:xfrm>
          <a:prstGeom prst="rect">
            <a:avLst/>
          </a:prstGeom>
          <a:solidFill>
            <a:srgbClr val="76C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rtl="0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1200" kern="1200">
              <a:solidFill>
                <a:prstClr val="white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6096000"/>
            <a:ext cx="2895600" cy="76200"/>
          </a:xfrm>
          <a:prstGeom prst="rect">
            <a:avLst/>
          </a:prstGeom>
          <a:solidFill>
            <a:srgbClr val="FCB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rtl="0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1200" kern="1200">
              <a:solidFill>
                <a:prstClr val="white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791200" y="6096000"/>
            <a:ext cx="2895600" cy="76200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rtl="0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1200" kern="1200">
              <a:solidFill>
                <a:prstClr val="white"/>
              </a:solidFill>
            </a:endParaRPr>
          </a:p>
        </p:txBody>
      </p:sp>
      <p:pic>
        <p:nvPicPr>
          <p:cNvPr id="9" name="Picture 10" descr="BITS_university_logo_whitevert.png"/>
          <p:cNvPicPr>
            <a:picLocks noChangeAspect="1"/>
          </p:cNvPicPr>
          <p:nvPr/>
        </p:nvPicPr>
        <p:blipFill>
          <a:blip r:embed="rId3" cstate="print"/>
          <a:srcRect t="2" b="28592"/>
          <a:stretch>
            <a:fillRect/>
          </a:stretch>
        </p:blipFill>
        <p:spPr bwMode="auto">
          <a:xfrm>
            <a:off x="76200" y="3352802"/>
            <a:ext cx="2057400" cy="19796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" name="TextBox 9"/>
          <p:cNvSpPr txBox="1"/>
          <p:nvPr/>
        </p:nvSpPr>
        <p:spPr>
          <a:xfrm>
            <a:off x="-76200" y="5257800"/>
            <a:ext cx="2209800" cy="42704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rtl="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2175" b="1" kern="1200" spc="-113" dirty="0">
                <a:solidFill>
                  <a:prstClr val="white"/>
                </a:solidFill>
                <a:latin typeface="Arial"/>
                <a:ea typeface="+mn-ea"/>
                <a:cs typeface="Arial"/>
              </a:rPr>
              <a:t>BITS</a:t>
            </a:r>
            <a:r>
              <a:rPr lang="en-US" sz="2175" kern="1200" spc="-113" dirty="0">
                <a:solidFill>
                  <a:prstClr val="white"/>
                </a:solidFill>
                <a:latin typeface="Arial"/>
                <a:ea typeface="+mn-ea"/>
                <a:cs typeface="Arial"/>
              </a:rPr>
              <a:t> Pilani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2400" y="5667376"/>
            <a:ext cx="1905000" cy="23083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l" rtl="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900" kern="1200" dirty="0">
                <a:solidFill>
                  <a:srgbClr val="FFFFFF"/>
                </a:solidFill>
                <a:latin typeface="Arial"/>
                <a:ea typeface="+mn-ea"/>
                <a:cs typeface="Arial"/>
              </a:rPr>
              <a:t>Pilani Campus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3352800"/>
            <a:ext cx="8686800" cy="2743200"/>
          </a:xfrm>
          <a:prstGeom prst="rect">
            <a:avLst/>
          </a:prstGeom>
          <a:solidFill>
            <a:srgbClr val="1011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rtl="0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1200" kern="1200" dirty="0">
              <a:solidFill>
                <a:prstClr val="white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2895600" y="6096000"/>
            <a:ext cx="2895600" cy="76200"/>
          </a:xfrm>
          <a:prstGeom prst="rect">
            <a:avLst/>
          </a:prstGeom>
          <a:solidFill>
            <a:srgbClr val="76C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rtl="0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1200" kern="1200">
              <a:solidFill>
                <a:prstClr val="white"/>
              </a:solidFill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0" y="6096000"/>
            <a:ext cx="2895600" cy="76200"/>
          </a:xfrm>
          <a:prstGeom prst="rect">
            <a:avLst/>
          </a:prstGeom>
          <a:solidFill>
            <a:srgbClr val="FCB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rtl="0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1200" kern="1200">
              <a:solidFill>
                <a:prstClr val="white"/>
              </a:solidFill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5791200" y="6096000"/>
            <a:ext cx="2895600" cy="76200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rtl="0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1200" kern="1200">
              <a:solidFill>
                <a:prstClr val="white"/>
              </a:solidFill>
            </a:endParaRPr>
          </a:p>
        </p:txBody>
      </p:sp>
      <p:pic>
        <p:nvPicPr>
          <p:cNvPr id="16" name="Picture 17" descr="BITS_university_logo_whitevert.png"/>
          <p:cNvPicPr>
            <a:picLocks noChangeAspect="1"/>
          </p:cNvPicPr>
          <p:nvPr/>
        </p:nvPicPr>
        <p:blipFill>
          <a:blip r:embed="rId3" cstate="print"/>
          <a:srcRect t="2" b="28592"/>
          <a:stretch>
            <a:fillRect/>
          </a:stretch>
        </p:blipFill>
        <p:spPr bwMode="auto">
          <a:xfrm>
            <a:off x="76200" y="3352802"/>
            <a:ext cx="2057400" cy="19796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7" name="TextBox 16"/>
          <p:cNvSpPr txBox="1"/>
          <p:nvPr/>
        </p:nvSpPr>
        <p:spPr>
          <a:xfrm>
            <a:off x="-76200" y="5257800"/>
            <a:ext cx="2209800" cy="42704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rtl="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2175" b="1" kern="1200" spc="-113" dirty="0">
                <a:solidFill>
                  <a:prstClr val="white"/>
                </a:solidFill>
                <a:latin typeface="Arial"/>
                <a:ea typeface="+mn-ea"/>
                <a:cs typeface="Arial"/>
              </a:rPr>
              <a:t>BITS</a:t>
            </a:r>
            <a:r>
              <a:rPr lang="en-US" sz="2175" kern="1200" spc="-113" dirty="0">
                <a:solidFill>
                  <a:prstClr val="white"/>
                </a:solidFill>
                <a:latin typeface="Arial"/>
                <a:ea typeface="+mn-ea"/>
                <a:cs typeface="Arial"/>
              </a:rPr>
              <a:t> Pilani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2400" y="5667376"/>
            <a:ext cx="1905000" cy="23083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l" rtl="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900" kern="1200" dirty="0">
                <a:solidFill>
                  <a:srgbClr val="FFFFFF"/>
                </a:solidFill>
                <a:latin typeface="Arial"/>
                <a:ea typeface="+mn-ea"/>
                <a:cs typeface="Arial"/>
              </a:rPr>
              <a:t>Pilani Campus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>
          <a:xfrm>
            <a:off x="2514600" y="5410200"/>
            <a:ext cx="6019800" cy="533400"/>
          </a:xfrm>
        </p:spPr>
        <p:txBody>
          <a:bodyPr anchor="b">
            <a:noAutofit/>
          </a:bodyPr>
          <a:lstStyle>
            <a:lvl1pPr marL="0" indent="0" algn="r">
              <a:lnSpc>
                <a:spcPts val="1350"/>
              </a:lnSpc>
              <a:spcBef>
                <a:spcPts val="0"/>
              </a:spcBef>
              <a:buNone/>
              <a:defRPr sz="135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4600" y="3810000"/>
            <a:ext cx="6019800" cy="1524000"/>
          </a:xfrm>
        </p:spPr>
        <p:txBody>
          <a:bodyPr anchorCtr="0">
            <a:noAutofit/>
          </a:bodyPr>
          <a:lstStyle>
            <a:lvl1pPr algn="l">
              <a:lnSpc>
                <a:spcPts val="3000"/>
              </a:lnSpc>
              <a:defRPr sz="330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0863232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\\Server\D\jyoti\FI023_BITS_v1\styleguide img\IMG_5627_b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Rectangle 3"/>
          <p:cNvSpPr/>
          <p:nvPr/>
        </p:nvSpPr>
        <p:spPr>
          <a:xfrm>
            <a:off x="0" y="4281488"/>
            <a:ext cx="9144000" cy="2576512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rtl="0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1200" kern="1200">
              <a:solidFill>
                <a:prstClr val="white"/>
              </a:solidFill>
            </a:endParaRPr>
          </a:p>
        </p:txBody>
      </p:sp>
      <p:pic>
        <p:nvPicPr>
          <p:cNvPr id="5" name="Picture 8" descr="Picture 7.png"/>
          <p:cNvPicPr>
            <a:picLocks noChangeAspect="1"/>
          </p:cNvPicPr>
          <p:nvPr/>
        </p:nvPicPr>
        <p:blipFill>
          <a:blip r:embed="rId3" cstate="print"/>
          <a:srcRect l="1923" b="5336"/>
          <a:stretch>
            <a:fillRect/>
          </a:stretch>
        </p:blipFill>
        <p:spPr bwMode="auto">
          <a:xfrm>
            <a:off x="6629401" y="0"/>
            <a:ext cx="2193925" cy="692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Rectangle 5"/>
          <p:cNvSpPr/>
          <p:nvPr/>
        </p:nvSpPr>
        <p:spPr>
          <a:xfrm>
            <a:off x="2882900" y="6775450"/>
            <a:ext cx="2895600" cy="76200"/>
          </a:xfrm>
          <a:prstGeom prst="rect">
            <a:avLst/>
          </a:prstGeom>
          <a:solidFill>
            <a:srgbClr val="76C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rtl="0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1200" kern="1200">
              <a:solidFill>
                <a:prstClr val="white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-12700" y="6775450"/>
            <a:ext cx="2895600" cy="76200"/>
          </a:xfrm>
          <a:prstGeom prst="rect">
            <a:avLst/>
          </a:prstGeom>
          <a:solidFill>
            <a:srgbClr val="FCB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rtl="0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1200" kern="1200">
              <a:solidFill>
                <a:prstClr val="white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778500" y="6775450"/>
            <a:ext cx="2895600" cy="76200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rtl="0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1200" kern="1200">
              <a:solidFill>
                <a:prstClr val="white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858000" y="762000"/>
            <a:ext cx="2209800" cy="42704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rtl="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2175" b="1" kern="1200" spc="-113" dirty="0">
                <a:solidFill>
                  <a:prstClr val="white"/>
                </a:solidFill>
                <a:latin typeface="Arial"/>
                <a:ea typeface="+mn-ea"/>
                <a:cs typeface="Arial"/>
              </a:rPr>
              <a:t>BITS</a:t>
            </a:r>
            <a:r>
              <a:rPr lang="en-US" sz="2175" kern="1200" spc="-113" dirty="0">
                <a:solidFill>
                  <a:prstClr val="white"/>
                </a:solidFill>
                <a:latin typeface="Arial"/>
                <a:ea typeface="+mn-ea"/>
                <a:cs typeface="Arial"/>
              </a:rPr>
              <a:t> Pilani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86600" y="1171576"/>
            <a:ext cx="1905000" cy="23083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l" rtl="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900" kern="1200" dirty="0">
                <a:solidFill>
                  <a:srgbClr val="FFFFFF"/>
                </a:solidFill>
                <a:latin typeface="Arial"/>
                <a:ea typeface="+mn-ea"/>
                <a:cs typeface="Arial"/>
              </a:rPr>
              <a:t>Pilani Campus</a:t>
            </a:r>
          </a:p>
        </p:txBody>
      </p:sp>
      <p:sp>
        <p:nvSpPr>
          <p:cNvPr id="17" name="Content Placeholder 16"/>
          <p:cNvSpPr>
            <a:spLocks noGrp="1"/>
          </p:cNvSpPr>
          <p:nvPr>
            <p:ph sz="quarter" idx="10"/>
          </p:nvPr>
        </p:nvSpPr>
        <p:spPr>
          <a:xfrm>
            <a:off x="304800" y="4648200"/>
            <a:ext cx="8458200" cy="1600200"/>
          </a:xfrm>
        </p:spPr>
        <p:txBody>
          <a:bodyPr>
            <a:noAutofit/>
          </a:bodyPr>
          <a:lstStyle>
            <a:lvl1pPr marL="0" indent="0">
              <a:lnSpc>
                <a:spcPts val="3150"/>
              </a:lnSpc>
              <a:spcBef>
                <a:spcPts val="0"/>
              </a:spcBef>
              <a:buNone/>
              <a:defRPr sz="3000" b="1" spc="-113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434083729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276600" y="6596065"/>
            <a:ext cx="5867400" cy="219291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 rtl="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825" b="1" kern="1200" dirty="0">
                <a:solidFill>
                  <a:srgbClr val="101141"/>
                </a:solidFill>
                <a:latin typeface="Arial"/>
                <a:ea typeface="+mn-ea"/>
                <a:cs typeface="Arial"/>
              </a:rPr>
              <a:t>BITS </a:t>
            </a:r>
            <a:r>
              <a:rPr lang="en-US" sz="825" kern="1200" dirty="0">
                <a:solidFill>
                  <a:srgbClr val="101141"/>
                </a:solidFill>
                <a:latin typeface="Arial"/>
                <a:ea typeface="+mn-ea"/>
                <a:cs typeface="Arial"/>
              </a:rPr>
              <a:t>Pilani, Pilani Campus</a:t>
            </a:r>
          </a:p>
        </p:txBody>
      </p:sp>
      <p:grpSp>
        <p:nvGrpSpPr>
          <p:cNvPr id="5" name="Group 11"/>
          <p:cNvGrpSpPr>
            <a:grpSpLocks/>
          </p:cNvGrpSpPr>
          <p:nvPr/>
        </p:nvGrpSpPr>
        <p:grpSpPr bwMode="auto">
          <a:xfrm>
            <a:off x="2084388" y="6550027"/>
            <a:ext cx="7059612" cy="49213"/>
            <a:chOff x="2083888" y="6550671"/>
            <a:chExt cx="7060112" cy="48665"/>
          </a:xfrm>
        </p:grpSpPr>
        <p:sp>
          <p:nvSpPr>
            <p:cNvPr id="6" name="Rectangle 5"/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1200">
                <a:solidFill>
                  <a:prstClr val="white"/>
                </a:solidFill>
              </a:endParaRPr>
            </a:p>
          </p:txBody>
        </p:sp>
        <p:sp>
          <p:nvSpPr>
            <p:cNvPr id="7" name="Rectangle 6"/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1200">
                <a:solidFill>
                  <a:prstClr val="white"/>
                </a:solidFill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1200">
                <a:solidFill>
                  <a:prstClr val="white"/>
                </a:solidFill>
              </a:endParaRPr>
            </a:p>
          </p:txBody>
        </p:sp>
      </p:grpSp>
      <p:pic>
        <p:nvPicPr>
          <p:cNvPr id="9" name="Picture 11" descr="Picture 7.png"/>
          <p:cNvPicPr>
            <a:picLocks noChangeAspect="1"/>
          </p:cNvPicPr>
          <p:nvPr/>
        </p:nvPicPr>
        <p:blipFill>
          <a:blip r:embed="rId2" cstate="print"/>
          <a:srcRect l="1923" b="5336"/>
          <a:stretch>
            <a:fillRect/>
          </a:stretch>
        </p:blipFill>
        <p:spPr bwMode="auto">
          <a:xfrm>
            <a:off x="6629401" y="0"/>
            <a:ext cx="2193925" cy="692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10" name="Group 18"/>
          <p:cNvGrpSpPr>
            <a:grpSpLocks/>
          </p:cNvGrpSpPr>
          <p:nvPr/>
        </p:nvGrpSpPr>
        <p:grpSpPr bwMode="auto"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11" name="Rectangle 10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1200">
                <a:solidFill>
                  <a:prstClr val="white"/>
                </a:solidFill>
              </a:endParaRP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1200">
                <a:solidFill>
                  <a:prstClr val="white"/>
                </a:solidFill>
              </a:endParaRPr>
            </a:p>
          </p:txBody>
        </p:sp>
        <p:sp>
          <p:nvSpPr>
            <p:cNvPr id="13" name="Rectangle 12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1200">
                <a:solidFill>
                  <a:prstClr val="white"/>
                </a:solidFill>
              </a:endParaRPr>
            </a:p>
          </p:txBody>
        </p:sp>
      </p:grpSp>
      <p:grpSp>
        <p:nvGrpSpPr>
          <p:cNvPr id="14" name="Group 22"/>
          <p:cNvGrpSpPr>
            <a:grpSpLocks/>
          </p:cNvGrpSpPr>
          <p:nvPr/>
        </p:nvGrpSpPr>
        <p:grpSpPr bwMode="auto"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15" name="Rectangle 14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1200">
                <a:solidFill>
                  <a:prstClr val="white"/>
                </a:solidFill>
              </a:endParaRPr>
            </a:p>
          </p:txBody>
        </p:sp>
        <p:sp>
          <p:nvSpPr>
            <p:cNvPr id="16" name="Rectangle 15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1200">
                <a:solidFill>
                  <a:prstClr val="white"/>
                </a:solidFill>
              </a:endParaRPr>
            </a:p>
          </p:txBody>
        </p:sp>
        <p:sp>
          <p:nvSpPr>
            <p:cNvPr id="17" name="Rectangle 16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1200">
                <a:solidFill>
                  <a:prstClr val="white"/>
                </a:solidFill>
              </a:endParaRPr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493839"/>
            <a:ext cx="8229600" cy="4525963"/>
          </a:xfrm>
        </p:spPr>
        <p:txBody>
          <a:bodyPr/>
          <a:lstStyle>
            <a:lvl1pPr marL="257175" marR="0" indent="-257175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1800">
                <a:latin typeface="Arial" pitchFamily="34" charset="0"/>
                <a:cs typeface="Arial" pitchFamily="34" charset="0"/>
              </a:defRPr>
            </a:lvl1pPr>
            <a:lvl2pPr marL="557213" marR="0" indent="-214313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200">
                <a:latin typeface="Arial" pitchFamily="34" charset="0"/>
                <a:cs typeface="Arial" pitchFamily="34" charset="0"/>
              </a:defRPr>
            </a:lvl2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dirty="0"/>
          </a:p>
        </p:txBody>
      </p:sp>
      <p:sp>
        <p:nvSpPr>
          <p:cNvPr id="27" name="Content Placeholder 18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6324600" cy="1143000"/>
          </a:xfrm>
        </p:spPr>
        <p:txBody>
          <a:bodyPr anchor="ctr">
            <a:normAutofit/>
          </a:bodyPr>
          <a:lstStyle>
            <a:lvl1pPr marL="0">
              <a:lnSpc>
                <a:spcPts val="2700"/>
              </a:lnSpc>
              <a:spcBef>
                <a:spcPts val="0"/>
              </a:spcBef>
              <a:buNone/>
              <a:defRPr sz="2700" b="1" spc="-113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0000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6" descr="Picture 7.png"/>
          <p:cNvPicPr>
            <a:picLocks noChangeAspect="1"/>
          </p:cNvPicPr>
          <p:nvPr/>
        </p:nvPicPr>
        <p:blipFill>
          <a:blip r:embed="rId2" cstate="print"/>
          <a:srcRect l="1923" b="5336"/>
          <a:stretch>
            <a:fillRect/>
          </a:stretch>
        </p:blipFill>
        <p:spPr bwMode="auto">
          <a:xfrm>
            <a:off x="6629401" y="0"/>
            <a:ext cx="2193925" cy="692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6" name="Group 19"/>
          <p:cNvGrpSpPr>
            <a:grpSpLocks/>
          </p:cNvGrpSpPr>
          <p:nvPr/>
        </p:nvGrpSpPr>
        <p:grpSpPr bwMode="auto"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7" name="Rectangle 6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1200">
                <a:solidFill>
                  <a:prstClr val="white"/>
                </a:solidFill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1200">
                <a:solidFill>
                  <a:prstClr val="white"/>
                </a:solidFill>
              </a:endParaRPr>
            </a:p>
          </p:txBody>
        </p:sp>
        <p:sp>
          <p:nvSpPr>
            <p:cNvPr id="9" name="Rectangle 8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1200">
                <a:solidFill>
                  <a:prstClr val="white"/>
                </a:solidFill>
              </a:endParaRPr>
            </a:p>
          </p:txBody>
        </p:sp>
      </p:grpSp>
      <p:grpSp>
        <p:nvGrpSpPr>
          <p:cNvPr id="10" name="Group 28"/>
          <p:cNvGrpSpPr>
            <a:grpSpLocks/>
          </p:cNvGrpSpPr>
          <p:nvPr/>
        </p:nvGrpSpPr>
        <p:grpSpPr bwMode="auto"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11" name="Rectangle 10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1200">
                <a:solidFill>
                  <a:prstClr val="white"/>
                </a:solidFill>
              </a:endParaRP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1200">
                <a:solidFill>
                  <a:prstClr val="white"/>
                </a:solidFill>
              </a:endParaRPr>
            </a:p>
          </p:txBody>
        </p:sp>
        <p:sp>
          <p:nvSpPr>
            <p:cNvPr id="13" name="Rectangle 12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1200">
                <a:solidFill>
                  <a:prstClr val="white"/>
                </a:solidFill>
              </a:endParaRPr>
            </a:p>
          </p:txBody>
        </p:sp>
      </p:grpSp>
      <p:sp>
        <p:nvSpPr>
          <p:cNvPr id="14" name="TextBox 13"/>
          <p:cNvSpPr txBox="1"/>
          <p:nvPr/>
        </p:nvSpPr>
        <p:spPr>
          <a:xfrm>
            <a:off x="3276600" y="6596065"/>
            <a:ext cx="5867400" cy="219291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 rtl="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825" b="1" kern="1200" dirty="0">
                <a:solidFill>
                  <a:srgbClr val="101141"/>
                </a:solidFill>
                <a:latin typeface="Arial"/>
                <a:ea typeface="+mn-ea"/>
                <a:cs typeface="Arial"/>
              </a:rPr>
              <a:t>BITS </a:t>
            </a:r>
            <a:r>
              <a:rPr lang="en-US" sz="825" kern="1200" dirty="0">
                <a:solidFill>
                  <a:srgbClr val="101141"/>
                </a:solidFill>
                <a:latin typeface="Arial"/>
                <a:ea typeface="+mn-ea"/>
                <a:cs typeface="Arial"/>
              </a:rPr>
              <a:t>Pilani, Pilani Campus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2"/>
            <a:ext cx="4038600" cy="4525963"/>
          </a:xfrm>
        </p:spPr>
        <p:txBody>
          <a:bodyPr/>
          <a:lstStyle>
            <a:lvl1pPr marL="257175" marR="0" indent="-257175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100"/>
            </a:lvl1pPr>
            <a:lvl2pPr marL="557213" marR="0" indent="-214313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2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53000" y="1600202"/>
            <a:ext cx="4038600" cy="4525963"/>
          </a:xfrm>
        </p:spPr>
        <p:txBody>
          <a:bodyPr/>
          <a:lstStyle>
            <a:lvl1pPr marL="257175" marR="0" indent="-257175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100"/>
            </a:lvl1pPr>
            <a:lvl2pPr marL="557213" marR="0" indent="-214313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200">
                <a:latin typeface="Arial" pitchFamily="34" charset="0"/>
                <a:cs typeface="Arial" pitchFamily="34" charset="0"/>
              </a:defRPr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dirty="0"/>
          </a:p>
        </p:txBody>
      </p:sp>
      <p:sp>
        <p:nvSpPr>
          <p:cNvPr id="19" name="Content Placeholder 18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6324600" cy="1143000"/>
          </a:xfrm>
        </p:spPr>
        <p:txBody>
          <a:bodyPr anchor="ctr">
            <a:normAutofit/>
          </a:bodyPr>
          <a:lstStyle>
            <a:lvl1pPr marL="0">
              <a:lnSpc>
                <a:spcPts val="2700"/>
              </a:lnSpc>
              <a:spcBef>
                <a:spcPts val="0"/>
              </a:spcBef>
              <a:buNone/>
              <a:defRPr sz="2700" b="1" spc="-113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92930244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10"/>
          <p:cNvGrpSpPr>
            <a:grpSpLocks/>
          </p:cNvGrpSpPr>
          <p:nvPr/>
        </p:nvGrpSpPr>
        <p:grpSpPr bwMode="auto"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8" name="Rectangle 7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1200">
                <a:solidFill>
                  <a:prstClr val="white"/>
                </a:solidFill>
              </a:endParaRPr>
            </a:p>
          </p:txBody>
        </p:sp>
        <p:sp>
          <p:nvSpPr>
            <p:cNvPr id="9" name="Rectangle 8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1200">
                <a:solidFill>
                  <a:prstClr val="white"/>
                </a:solidFill>
              </a:endParaRPr>
            </a:p>
          </p:txBody>
        </p:sp>
        <p:sp>
          <p:nvSpPr>
            <p:cNvPr id="11" name="Rectangle 10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1200">
                <a:solidFill>
                  <a:prstClr val="white"/>
                </a:solidFill>
              </a:endParaRPr>
            </a:p>
          </p:txBody>
        </p:sp>
      </p:grpSp>
      <p:grpSp>
        <p:nvGrpSpPr>
          <p:cNvPr id="12" name="Group 15"/>
          <p:cNvGrpSpPr>
            <a:grpSpLocks/>
          </p:cNvGrpSpPr>
          <p:nvPr/>
        </p:nvGrpSpPr>
        <p:grpSpPr bwMode="auto"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13" name="Rectangle 12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1200">
                <a:solidFill>
                  <a:prstClr val="white"/>
                </a:solidFill>
              </a:endParaRPr>
            </a:p>
          </p:txBody>
        </p:sp>
        <p:sp>
          <p:nvSpPr>
            <p:cNvPr id="14" name="Rectangle 13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1200">
                <a:solidFill>
                  <a:prstClr val="white"/>
                </a:solidFill>
              </a:endParaRPr>
            </a:p>
          </p:txBody>
        </p:sp>
        <p:sp>
          <p:nvSpPr>
            <p:cNvPr id="15" name="Rectangle 14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1200">
                <a:solidFill>
                  <a:prstClr val="white"/>
                </a:solidFill>
              </a:endParaRPr>
            </a:p>
          </p:txBody>
        </p:sp>
      </p:grpSp>
      <p:pic>
        <p:nvPicPr>
          <p:cNvPr id="16" name="Picture 14" descr="Picture 7.png"/>
          <p:cNvPicPr>
            <a:picLocks noChangeAspect="1"/>
          </p:cNvPicPr>
          <p:nvPr/>
        </p:nvPicPr>
        <p:blipFill>
          <a:blip r:embed="rId2" cstate="print"/>
          <a:srcRect l="1923" b="5336"/>
          <a:stretch>
            <a:fillRect/>
          </a:stretch>
        </p:blipFill>
        <p:spPr bwMode="auto">
          <a:xfrm>
            <a:off x="6629401" y="0"/>
            <a:ext cx="2193925" cy="692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7" name="TextBox 16"/>
          <p:cNvSpPr txBox="1"/>
          <p:nvPr/>
        </p:nvSpPr>
        <p:spPr>
          <a:xfrm>
            <a:off x="3276600" y="6596065"/>
            <a:ext cx="5867400" cy="219291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 rtl="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825" b="1" kern="1200" dirty="0">
                <a:solidFill>
                  <a:srgbClr val="101141"/>
                </a:solidFill>
                <a:latin typeface="Arial"/>
                <a:ea typeface="+mn-ea"/>
                <a:cs typeface="Arial"/>
              </a:rPr>
              <a:t>BITS </a:t>
            </a:r>
            <a:r>
              <a:rPr lang="en-US" sz="825" kern="1200" dirty="0">
                <a:solidFill>
                  <a:srgbClr val="101141"/>
                </a:solidFill>
                <a:latin typeface="Arial"/>
                <a:ea typeface="+mn-ea"/>
                <a:cs typeface="Arial"/>
              </a:rPr>
              <a:t>Pilani, Deemed to be University under Section 3 of UGC Act, 1956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2"/>
            <a:ext cx="4040188" cy="827087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362201"/>
            <a:ext cx="4040188" cy="3763963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535112"/>
            <a:ext cx="4041775" cy="827087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362201"/>
            <a:ext cx="4041775" cy="3763963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ontent Placeholder 18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6324600" cy="1143000"/>
          </a:xfrm>
        </p:spPr>
        <p:txBody>
          <a:bodyPr anchor="ctr">
            <a:normAutofit/>
          </a:bodyPr>
          <a:lstStyle>
            <a:lvl1pPr marL="0">
              <a:lnSpc>
                <a:spcPts val="2700"/>
              </a:lnSpc>
              <a:spcBef>
                <a:spcPts val="0"/>
              </a:spcBef>
              <a:buNone/>
              <a:defRPr sz="2700" b="1" spc="-113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72396813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5"/>
          <p:cNvGrpSpPr>
            <a:grpSpLocks/>
          </p:cNvGrpSpPr>
          <p:nvPr/>
        </p:nvGrpSpPr>
        <p:grpSpPr bwMode="auto"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4" name="Rectangle 3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1200">
                <a:solidFill>
                  <a:prstClr val="white"/>
                </a:solidFill>
              </a:endParaRPr>
            </a:p>
          </p:txBody>
        </p:sp>
        <p:sp>
          <p:nvSpPr>
            <p:cNvPr id="6" name="Rectangle 5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1200">
                <a:solidFill>
                  <a:prstClr val="white"/>
                </a:solidFill>
              </a:endParaRPr>
            </a:p>
          </p:txBody>
        </p:sp>
        <p:sp>
          <p:nvSpPr>
            <p:cNvPr id="7" name="Rectangle 6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1200">
                <a:solidFill>
                  <a:prstClr val="white"/>
                </a:solidFill>
              </a:endParaRPr>
            </a:p>
          </p:txBody>
        </p:sp>
      </p:grpSp>
      <p:grpSp>
        <p:nvGrpSpPr>
          <p:cNvPr id="8" name="Group 10"/>
          <p:cNvGrpSpPr>
            <a:grpSpLocks/>
          </p:cNvGrpSpPr>
          <p:nvPr/>
        </p:nvGrpSpPr>
        <p:grpSpPr bwMode="auto"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9" name="Rectangle 8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1200">
                <a:solidFill>
                  <a:prstClr val="white"/>
                </a:solidFill>
              </a:endParaRPr>
            </a:p>
          </p:txBody>
        </p:sp>
        <p:sp>
          <p:nvSpPr>
            <p:cNvPr id="10" name="Rectangle 9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1200">
                <a:solidFill>
                  <a:prstClr val="white"/>
                </a:solidFill>
              </a:endParaRPr>
            </a:p>
          </p:txBody>
        </p:sp>
        <p:sp>
          <p:nvSpPr>
            <p:cNvPr id="11" name="Rectangle 10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1200">
                <a:solidFill>
                  <a:prstClr val="white"/>
                </a:solidFill>
              </a:endParaRPr>
            </a:p>
          </p:txBody>
        </p:sp>
      </p:grpSp>
      <p:pic>
        <p:nvPicPr>
          <p:cNvPr id="12" name="Picture 14" descr="Picture 7.png"/>
          <p:cNvPicPr>
            <a:picLocks noChangeAspect="1"/>
          </p:cNvPicPr>
          <p:nvPr/>
        </p:nvPicPr>
        <p:blipFill>
          <a:blip r:embed="rId2" cstate="print"/>
          <a:srcRect l="1923" b="5336"/>
          <a:stretch>
            <a:fillRect/>
          </a:stretch>
        </p:blipFill>
        <p:spPr bwMode="auto">
          <a:xfrm>
            <a:off x="6629401" y="0"/>
            <a:ext cx="2193925" cy="692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3" name="TextBox 12"/>
          <p:cNvSpPr txBox="1"/>
          <p:nvPr/>
        </p:nvSpPr>
        <p:spPr>
          <a:xfrm>
            <a:off x="3276600" y="6596065"/>
            <a:ext cx="5867400" cy="219291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 rtl="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825" b="1" kern="1200" dirty="0">
                <a:solidFill>
                  <a:srgbClr val="101141"/>
                </a:solidFill>
                <a:latin typeface="Arial"/>
                <a:ea typeface="+mn-ea"/>
                <a:cs typeface="Arial"/>
              </a:rPr>
              <a:t>BITS </a:t>
            </a:r>
            <a:r>
              <a:rPr lang="en-US" sz="825" kern="1200" dirty="0">
                <a:solidFill>
                  <a:srgbClr val="101141"/>
                </a:solidFill>
                <a:latin typeface="Arial"/>
                <a:ea typeface="+mn-ea"/>
                <a:cs typeface="Arial"/>
              </a:rPr>
              <a:t>Pilani, Deemed to be University under Section 3 of UGC Act, 1956</a:t>
            </a:r>
          </a:p>
        </p:txBody>
      </p:sp>
      <p:sp>
        <p:nvSpPr>
          <p:cNvPr id="5" name="Content Placeholder 18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6324600" cy="1143000"/>
          </a:xfrm>
        </p:spPr>
        <p:txBody>
          <a:bodyPr anchor="ctr">
            <a:normAutofit/>
          </a:bodyPr>
          <a:lstStyle>
            <a:lvl1pPr marL="0">
              <a:lnSpc>
                <a:spcPts val="2700"/>
              </a:lnSpc>
              <a:spcBef>
                <a:spcPts val="0"/>
              </a:spcBef>
              <a:buNone/>
              <a:defRPr sz="2700" b="1" spc="-113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98794061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8"/>
          <p:cNvGrpSpPr>
            <a:grpSpLocks/>
          </p:cNvGrpSpPr>
          <p:nvPr/>
        </p:nvGrpSpPr>
        <p:grpSpPr bwMode="auto"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6" name="Rectangle 5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1200">
                <a:solidFill>
                  <a:prstClr val="white"/>
                </a:solidFill>
              </a:endParaRPr>
            </a:p>
          </p:txBody>
        </p:sp>
        <p:sp>
          <p:nvSpPr>
            <p:cNvPr id="7" name="Rectangle 6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1200">
                <a:solidFill>
                  <a:prstClr val="white"/>
                </a:solidFill>
              </a:endParaRPr>
            </a:p>
          </p:txBody>
        </p:sp>
        <p:sp>
          <p:nvSpPr>
            <p:cNvPr id="9" name="Rectangle 8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1200">
                <a:solidFill>
                  <a:prstClr val="white"/>
                </a:solidFill>
              </a:endParaRPr>
            </a:p>
          </p:txBody>
        </p:sp>
      </p:grpSp>
      <p:grpSp>
        <p:nvGrpSpPr>
          <p:cNvPr id="10" name="Group 13"/>
          <p:cNvGrpSpPr>
            <a:grpSpLocks/>
          </p:cNvGrpSpPr>
          <p:nvPr/>
        </p:nvGrpSpPr>
        <p:grpSpPr bwMode="auto"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11" name="Rectangle 10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1200">
                <a:solidFill>
                  <a:prstClr val="white"/>
                </a:solidFill>
              </a:endParaRP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1200">
                <a:solidFill>
                  <a:prstClr val="white"/>
                </a:solidFill>
              </a:endParaRPr>
            </a:p>
          </p:txBody>
        </p:sp>
        <p:sp>
          <p:nvSpPr>
            <p:cNvPr id="13" name="Rectangle 12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1200">
                <a:solidFill>
                  <a:prstClr val="white"/>
                </a:solidFill>
              </a:endParaRPr>
            </a:p>
          </p:txBody>
        </p:sp>
      </p:grpSp>
      <p:pic>
        <p:nvPicPr>
          <p:cNvPr id="14" name="Picture 14" descr="Picture 7.png"/>
          <p:cNvPicPr>
            <a:picLocks noChangeAspect="1"/>
          </p:cNvPicPr>
          <p:nvPr/>
        </p:nvPicPr>
        <p:blipFill>
          <a:blip r:embed="rId2" cstate="print"/>
          <a:srcRect l="1923" b="5336"/>
          <a:stretch>
            <a:fillRect/>
          </a:stretch>
        </p:blipFill>
        <p:spPr bwMode="auto">
          <a:xfrm>
            <a:off x="6629401" y="0"/>
            <a:ext cx="2193925" cy="692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5" name="TextBox 14"/>
          <p:cNvSpPr txBox="1"/>
          <p:nvPr/>
        </p:nvSpPr>
        <p:spPr>
          <a:xfrm>
            <a:off x="3276600" y="6596065"/>
            <a:ext cx="5867400" cy="219291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 rtl="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825" b="1" kern="1200" dirty="0">
                <a:solidFill>
                  <a:srgbClr val="101141"/>
                </a:solidFill>
                <a:latin typeface="Arial"/>
                <a:ea typeface="+mn-ea"/>
                <a:cs typeface="Arial"/>
              </a:rPr>
              <a:t>BITS </a:t>
            </a:r>
            <a:r>
              <a:rPr lang="en-US" sz="825" kern="1200" dirty="0">
                <a:solidFill>
                  <a:srgbClr val="101141"/>
                </a:solidFill>
                <a:latin typeface="Arial"/>
                <a:ea typeface="+mn-ea"/>
                <a:cs typeface="Arial"/>
              </a:rPr>
              <a:t>Pilani, Pilani Campus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1600202"/>
            <a:ext cx="5111750" cy="4525963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600202"/>
            <a:ext cx="3008313" cy="4525963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Content Placeholder 18"/>
          <p:cNvSpPr>
            <a:spLocks noGrp="1"/>
          </p:cNvSpPr>
          <p:nvPr>
            <p:ph sz="quarter" idx="13"/>
          </p:nvPr>
        </p:nvSpPr>
        <p:spPr>
          <a:xfrm>
            <a:off x="304800" y="152400"/>
            <a:ext cx="6324600" cy="1143000"/>
          </a:xfrm>
        </p:spPr>
        <p:txBody>
          <a:bodyPr anchor="ctr">
            <a:normAutofit/>
          </a:bodyPr>
          <a:lstStyle>
            <a:lvl1pPr marL="0">
              <a:lnSpc>
                <a:spcPts val="2700"/>
              </a:lnSpc>
              <a:spcBef>
                <a:spcPts val="0"/>
              </a:spcBef>
              <a:buNone/>
              <a:defRPr sz="2700" b="1" spc="-113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902100855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6"/>
          <p:cNvGrpSpPr>
            <a:grpSpLocks/>
          </p:cNvGrpSpPr>
          <p:nvPr/>
        </p:nvGrpSpPr>
        <p:grpSpPr bwMode="auto"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7" name="Rectangle 6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1200">
                <a:solidFill>
                  <a:prstClr val="white"/>
                </a:solidFill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1200">
                <a:solidFill>
                  <a:prstClr val="white"/>
                </a:solidFill>
              </a:endParaRPr>
            </a:p>
          </p:txBody>
        </p:sp>
        <p:sp>
          <p:nvSpPr>
            <p:cNvPr id="9" name="Rectangle 8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1200">
                <a:solidFill>
                  <a:prstClr val="white"/>
                </a:solidFill>
              </a:endParaRPr>
            </a:p>
          </p:txBody>
        </p:sp>
      </p:grpSp>
      <p:grpSp>
        <p:nvGrpSpPr>
          <p:cNvPr id="10" name="Group 10"/>
          <p:cNvGrpSpPr>
            <a:grpSpLocks/>
          </p:cNvGrpSpPr>
          <p:nvPr/>
        </p:nvGrpSpPr>
        <p:grpSpPr bwMode="auto"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11" name="Rectangle 10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1200">
                <a:solidFill>
                  <a:prstClr val="white"/>
                </a:solidFill>
              </a:endParaRP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1200">
                <a:solidFill>
                  <a:prstClr val="white"/>
                </a:solidFill>
              </a:endParaRPr>
            </a:p>
          </p:txBody>
        </p:sp>
        <p:sp>
          <p:nvSpPr>
            <p:cNvPr id="13" name="Rectangle 12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1200">
                <a:solidFill>
                  <a:prstClr val="white"/>
                </a:solidFill>
              </a:endParaRPr>
            </a:p>
          </p:txBody>
        </p:sp>
      </p:grpSp>
      <p:pic>
        <p:nvPicPr>
          <p:cNvPr id="14" name="Picture 14" descr="Picture 7.png"/>
          <p:cNvPicPr>
            <a:picLocks noChangeAspect="1"/>
          </p:cNvPicPr>
          <p:nvPr/>
        </p:nvPicPr>
        <p:blipFill>
          <a:blip r:embed="rId2" cstate="print"/>
          <a:srcRect l="1923" b="5336"/>
          <a:stretch>
            <a:fillRect/>
          </a:stretch>
        </p:blipFill>
        <p:spPr bwMode="auto">
          <a:xfrm>
            <a:off x="6629401" y="0"/>
            <a:ext cx="2193925" cy="692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5" name="TextBox 14"/>
          <p:cNvSpPr txBox="1"/>
          <p:nvPr/>
        </p:nvSpPr>
        <p:spPr>
          <a:xfrm>
            <a:off x="3276600" y="6596065"/>
            <a:ext cx="5867400" cy="219291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 rtl="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825" b="1" kern="1200" dirty="0">
                <a:solidFill>
                  <a:srgbClr val="101141"/>
                </a:solidFill>
                <a:latin typeface="Arial"/>
                <a:ea typeface="+mn-ea"/>
                <a:cs typeface="Arial"/>
              </a:rPr>
              <a:t>BITS </a:t>
            </a:r>
            <a:r>
              <a:rPr lang="en-US" sz="825" kern="1200" dirty="0">
                <a:solidFill>
                  <a:srgbClr val="101141"/>
                </a:solidFill>
                <a:latin typeface="Arial"/>
                <a:ea typeface="+mn-ea"/>
                <a:cs typeface="Arial"/>
              </a:rPr>
              <a:t>Pilani, Pilani Campus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5407025"/>
            <a:ext cx="5486400" cy="304800"/>
          </a:xfrm>
        </p:spPr>
        <p:txBody>
          <a:bodyPr anchor="b"/>
          <a:lstStyle>
            <a:lvl1pPr algn="l">
              <a:defRPr sz="1350" b="1" spc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1828800"/>
            <a:ext cx="5486400" cy="3429000"/>
          </a:xfrm>
          <a:ln w="5715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none"/>
        </p:style>
        <p:txBody>
          <a:bodyPr rtlCol="0">
            <a:normAutofit/>
          </a:bodyPr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711825"/>
            <a:ext cx="5486400" cy="304800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Content Placeholder 18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6324600" cy="1143000"/>
          </a:xfrm>
        </p:spPr>
        <p:txBody>
          <a:bodyPr anchor="ctr">
            <a:normAutofit/>
          </a:bodyPr>
          <a:lstStyle>
            <a:lvl1pPr marL="0">
              <a:lnSpc>
                <a:spcPts val="2700"/>
              </a:lnSpc>
              <a:spcBef>
                <a:spcPts val="0"/>
              </a:spcBef>
              <a:buNone/>
              <a:defRPr sz="2700" b="1" spc="-113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63141002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19"/>
          <p:cNvGrpSpPr>
            <a:grpSpLocks/>
          </p:cNvGrpSpPr>
          <p:nvPr/>
        </p:nvGrpSpPr>
        <p:grpSpPr bwMode="auto"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5" name="Rectangle 4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1200">
                <a:solidFill>
                  <a:prstClr val="white"/>
                </a:solidFill>
              </a:endParaRPr>
            </a:p>
          </p:txBody>
        </p:sp>
        <p:sp>
          <p:nvSpPr>
            <p:cNvPr id="6" name="Rectangle 5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1200">
                <a:solidFill>
                  <a:prstClr val="white"/>
                </a:solidFill>
              </a:endParaRPr>
            </a:p>
          </p:txBody>
        </p:sp>
        <p:sp>
          <p:nvSpPr>
            <p:cNvPr id="7" name="Rectangle 6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1200">
                <a:solidFill>
                  <a:prstClr val="white"/>
                </a:solidFill>
              </a:endParaRPr>
            </a:p>
          </p:txBody>
        </p:sp>
      </p:grpSp>
      <p:grpSp>
        <p:nvGrpSpPr>
          <p:cNvPr id="8" name="Group 24"/>
          <p:cNvGrpSpPr>
            <a:grpSpLocks/>
          </p:cNvGrpSpPr>
          <p:nvPr/>
        </p:nvGrpSpPr>
        <p:grpSpPr bwMode="auto"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9" name="Rectangle 8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1200">
                <a:solidFill>
                  <a:prstClr val="white"/>
                </a:solidFill>
              </a:endParaRPr>
            </a:p>
          </p:txBody>
        </p:sp>
        <p:sp>
          <p:nvSpPr>
            <p:cNvPr id="10" name="Rectangle 9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1200">
                <a:solidFill>
                  <a:prstClr val="white"/>
                </a:solidFill>
              </a:endParaRPr>
            </a:p>
          </p:txBody>
        </p:sp>
        <p:sp>
          <p:nvSpPr>
            <p:cNvPr id="11" name="Rectangle 10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1200">
                <a:solidFill>
                  <a:prstClr val="white"/>
                </a:solidFill>
              </a:endParaRPr>
            </a:p>
          </p:txBody>
        </p:sp>
      </p:grpSp>
      <p:pic>
        <p:nvPicPr>
          <p:cNvPr id="12" name="Picture 14" descr="Picture 7.png"/>
          <p:cNvPicPr>
            <a:picLocks noChangeAspect="1"/>
          </p:cNvPicPr>
          <p:nvPr/>
        </p:nvPicPr>
        <p:blipFill>
          <a:blip r:embed="rId2" cstate="print"/>
          <a:srcRect l="1923" b="5336"/>
          <a:stretch>
            <a:fillRect/>
          </a:stretch>
        </p:blipFill>
        <p:spPr bwMode="auto">
          <a:xfrm>
            <a:off x="6629401" y="0"/>
            <a:ext cx="2193925" cy="692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3" name="TextBox 12"/>
          <p:cNvSpPr txBox="1"/>
          <p:nvPr/>
        </p:nvSpPr>
        <p:spPr>
          <a:xfrm>
            <a:off x="3276600" y="6596065"/>
            <a:ext cx="5867400" cy="219291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 rtl="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825" b="1" kern="1200" dirty="0">
                <a:solidFill>
                  <a:srgbClr val="101141"/>
                </a:solidFill>
                <a:latin typeface="Arial"/>
                <a:ea typeface="+mn-ea"/>
                <a:cs typeface="Arial"/>
              </a:rPr>
              <a:t>BITS </a:t>
            </a:r>
            <a:r>
              <a:rPr lang="en-US" sz="825" kern="1200" dirty="0">
                <a:solidFill>
                  <a:srgbClr val="101141"/>
                </a:solidFill>
                <a:latin typeface="Arial"/>
                <a:ea typeface="+mn-ea"/>
                <a:cs typeface="Arial"/>
              </a:rPr>
              <a:t>Pilani, Pilani Campus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9" name="Content Placeholder 18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6324600" cy="1143000"/>
          </a:xfrm>
        </p:spPr>
        <p:txBody>
          <a:bodyPr anchor="ctr">
            <a:normAutofit/>
          </a:bodyPr>
          <a:lstStyle>
            <a:lvl1pPr marL="0">
              <a:lnSpc>
                <a:spcPts val="2700"/>
              </a:lnSpc>
              <a:spcBef>
                <a:spcPts val="0"/>
              </a:spcBef>
              <a:buNone/>
              <a:defRPr sz="2700" b="1" spc="-113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04690360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7"/>
          <p:cNvGrpSpPr>
            <a:grpSpLocks/>
          </p:cNvGrpSpPr>
          <p:nvPr/>
        </p:nvGrpSpPr>
        <p:grpSpPr bwMode="auto">
          <a:xfrm rot="5400000">
            <a:off x="5006182" y="2567783"/>
            <a:ext cx="5181600" cy="46037"/>
            <a:chOff x="1905000" y="6553200"/>
            <a:chExt cx="7010400" cy="45719"/>
          </a:xfrm>
        </p:grpSpPr>
        <p:sp>
          <p:nvSpPr>
            <p:cNvPr id="5" name="Rectangle 4"/>
            <p:cNvSpPr/>
            <p:nvPr/>
          </p:nvSpPr>
          <p:spPr>
            <a:xfrm>
              <a:off x="4267574" y="6553200"/>
              <a:ext cx="2328209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1200">
                <a:solidFill>
                  <a:prstClr val="white"/>
                </a:solidFill>
              </a:endParaRPr>
            </a:p>
          </p:txBody>
        </p:sp>
        <p:sp>
          <p:nvSpPr>
            <p:cNvPr id="6" name="Rectangle 5"/>
            <p:cNvSpPr/>
            <p:nvPr/>
          </p:nvSpPr>
          <p:spPr>
            <a:xfrm>
              <a:off x="1905000" y="6553200"/>
              <a:ext cx="2362574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1200">
                <a:solidFill>
                  <a:prstClr val="white"/>
                </a:solidFill>
              </a:endParaRPr>
            </a:p>
          </p:txBody>
        </p:sp>
        <p:sp>
          <p:nvSpPr>
            <p:cNvPr id="8" name="Rectangle 7"/>
            <p:cNvSpPr/>
            <p:nvPr userDrawn="1"/>
          </p:nvSpPr>
          <p:spPr>
            <a:xfrm>
              <a:off x="6587191" y="6553200"/>
              <a:ext cx="2328209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1200">
                <a:solidFill>
                  <a:prstClr val="white"/>
                </a:solidFill>
              </a:endParaRPr>
            </a:p>
          </p:txBody>
        </p:sp>
      </p:grpSp>
      <p:pic>
        <p:nvPicPr>
          <p:cNvPr id="9" name="Picture 10" descr="Picture 7.png"/>
          <p:cNvPicPr>
            <a:picLocks noChangeAspect="1"/>
          </p:cNvPicPr>
          <p:nvPr/>
        </p:nvPicPr>
        <p:blipFill>
          <a:blip r:embed="rId2" cstate="print"/>
          <a:srcRect l="5336" t="1923"/>
          <a:stretch>
            <a:fillRect/>
          </a:stretch>
        </p:blipFill>
        <p:spPr bwMode="auto">
          <a:xfrm>
            <a:off x="-7937" y="381002"/>
            <a:ext cx="692151" cy="2193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" name="TextBox 9"/>
          <p:cNvSpPr txBox="1"/>
          <p:nvPr/>
        </p:nvSpPr>
        <p:spPr>
          <a:xfrm rot="5400000">
            <a:off x="-2794793" y="3826196"/>
            <a:ext cx="5867400" cy="19620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 rtl="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675" b="1" kern="1200" dirty="0">
                <a:solidFill>
                  <a:srgbClr val="101141"/>
                </a:solidFill>
                <a:latin typeface="Arial"/>
                <a:ea typeface="+mn-ea"/>
                <a:cs typeface="Arial"/>
              </a:rPr>
              <a:t>BITS </a:t>
            </a:r>
            <a:r>
              <a:rPr lang="en-US" sz="675" kern="1200" dirty="0">
                <a:solidFill>
                  <a:srgbClr val="101141"/>
                </a:solidFill>
                <a:latin typeface="Arial"/>
                <a:ea typeface="+mn-ea"/>
                <a:cs typeface="Arial"/>
              </a:rPr>
              <a:t>Pilani, Pilani Campus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19200" y="381002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Content Placeholder 18"/>
          <p:cNvSpPr>
            <a:spLocks noGrp="1"/>
          </p:cNvSpPr>
          <p:nvPr>
            <p:ph sz="quarter" idx="10"/>
          </p:nvPr>
        </p:nvSpPr>
        <p:spPr>
          <a:xfrm rot="5400000">
            <a:off x="5410200" y="2743200"/>
            <a:ext cx="5867400" cy="1143000"/>
          </a:xfrm>
        </p:spPr>
        <p:txBody>
          <a:bodyPr anchor="ctr">
            <a:normAutofit/>
          </a:bodyPr>
          <a:lstStyle>
            <a:lvl1pPr marL="0">
              <a:lnSpc>
                <a:spcPts val="2700"/>
              </a:lnSpc>
              <a:spcBef>
                <a:spcPts val="0"/>
              </a:spcBef>
              <a:buNone/>
              <a:defRPr sz="2700" b="1" spc="-113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100660627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Custom Layout">
    <p:bg>
      <p:bgPr>
        <a:blipFill dpi="0" rotWithShape="0">
          <a:blip r:embed="rId2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3352800"/>
            <a:ext cx="8686800" cy="2743200"/>
          </a:xfrm>
          <a:prstGeom prst="rect">
            <a:avLst/>
          </a:prstGeom>
          <a:solidFill>
            <a:srgbClr val="1011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rtl="0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1200" kern="1200" dirty="0">
              <a:solidFill>
                <a:prstClr val="white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2895600" y="6096000"/>
            <a:ext cx="2895600" cy="76200"/>
          </a:xfrm>
          <a:prstGeom prst="rect">
            <a:avLst/>
          </a:prstGeom>
          <a:solidFill>
            <a:srgbClr val="76C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rtl="0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1200" kern="1200">
              <a:solidFill>
                <a:prstClr val="white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6096000"/>
            <a:ext cx="2895600" cy="76200"/>
          </a:xfrm>
          <a:prstGeom prst="rect">
            <a:avLst/>
          </a:prstGeom>
          <a:solidFill>
            <a:srgbClr val="FCB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rtl="0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1200" kern="1200">
              <a:solidFill>
                <a:prstClr val="white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791200" y="6096000"/>
            <a:ext cx="2895600" cy="76200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rtl="0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1200" kern="1200">
              <a:solidFill>
                <a:prstClr val="white"/>
              </a:solidFill>
            </a:endParaRPr>
          </a:p>
        </p:txBody>
      </p:sp>
      <p:pic>
        <p:nvPicPr>
          <p:cNvPr id="9" name="Picture 10" descr="BITS_university_logo_whitevert.png"/>
          <p:cNvPicPr>
            <a:picLocks noChangeAspect="1"/>
          </p:cNvPicPr>
          <p:nvPr/>
        </p:nvPicPr>
        <p:blipFill>
          <a:blip r:embed="rId3" cstate="print"/>
          <a:srcRect t="2" b="28592"/>
          <a:stretch>
            <a:fillRect/>
          </a:stretch>
        </p:blipFill>
        <p:spPr bwMode="auto">
          <a:xfrm>
            <a:off x="76200" y="3352802"/>
            <a:ext cx="2057400" cy="19796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" name="TextBox 9"/>
          <p:cNvSpPr txBox="1"/>
          <p:nvPr/>
        </p:nvSpPr>
        <p:spPr>
          <a:xfrm>
            <a:off x="-76200" y="5257800"/>
            <a:ext cx="2209800" cy="42704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rtl="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2175" b="1" kern="1200" spc="-113" dirty="0">
                <a:solidFill>
                  <a:prstClr val="white"/>
                </a:solidFill>
                <a:latin typeface="Arial"/>
                <a:ea typeface="+mn-ea"/>
                <a:cs typeface="Arial"/>
              </a:rPr>
              <a:t>BITS</a:t>
            </a:r>
            <a:r>
              <a:rPr lang="en-US" sz="2175" kern="1200" spc="-113" dirty="0">
                <a:solidFill>
                  <a:prstClr val="white"/>
                </a:solidFill>
                <a:latin typeface="Arial"/>
                <a:ea typeface="+mn-ea"/>
                <a:cs typeface="Arial"/>
              </a:rPr>
              <a:t> Pilani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2400" y="5667376"/>
            <a:ext cx="1905000" cy="23083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l" rtl="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900" kern="1200" dirty="0">
                <a:solidFill>
                  <a:srgbClr val="FFFFFF"/>
                </a:solidFill>
                <a:latin typeface="Arial"/>
                <a:ea typeface="+mn-ea"/>
                <a:cs typeface="Arial"/>
              </a:rPr>
              <a:t>Pilani Campus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>
          <a:xfrm>
            <a:off x="2514600" y="5410200"/>
            <a:ext cx="6019800" cy="533400"/>
          </a:xfrm>
        </p:spPr>
        <p:txBody>
          <a:bodyPr anchor="b">
            <a:noAutofit/>
          </a:bodyPr>
          <a:lstStyle>
            <a:lvl1pPr marL="0" indent="0" algn="r">
              <a:lnSpc>
                <a:spcPts val="1350"/>
              </a:lnSpc>
              <a:spcBef>
                <a:spcPts val="0"/>
              </a:spcBef>
              <a:buNone/>
              <a:defRPr sz="135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4600" y="3810000"/>
            <a:ext cx="6019800" cy="1524000"/>
          </a:xfrm>
        </p:spPr>
        <p:txBody>
          <a:bodyPr>
            <a:noAutofit/>
          </a:bodyPr>
          <a:lstStyle>
            <a:lvl1pPr algn="l">
              <a:lnSpc>
                <a:spcPts val="3000"/>
              </a:lnSpc>
              <a:defRPr sz="330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5101305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460CB459-1A4D-47F4-A8EE-5438035C956C}" type="datetime1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12/26/2024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60DB935C-A2BB-404C-A6C5-67E9068028EC}" type="slidenum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03763285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7358633" y="6639735"/>
            <a:ext cx="1706245" cy="182245"/>
          </a:xfrm>
          <a:prstGeom prst="rect">
            <a:avLst/>
          </a:prstGeom>
        </p:spPr>
        <p:txBody>
          <a:bodyPr lIns="0" tIns="0" rIns="0" bIns="0"/>
          <a:lstStyle>
            <a:lvl1pPr>
              <a:defRPr sz="1100" b="0" i="0">
                <a:solidFill>
                  <a:srgbClr val="0F114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ct val="100000"/>
              </a:lnSpc>
            </a:pPr>
            <a:r>
              <a:rPr b="1" dirty="0">
                <a:latin typeface="Arial"/>
                <a:cs typeface="Arial"/>
              </a:rPr>
              <a:t>BITS</a:t>
            </a:r>
            <a:r>
              <a:rPr b="1" spc="-55" dirty="0">
                <a:latin typeface="Arial"/>
                <a:cs typeface="Arial"/>
              </a:rPr>
              <a:t> </a:t>
            </a:r>
            <a:r>
              <a:rPr dirty="0"/>
              <a:t>Pilani,</a:t>
            </a:r>
            <a:r>
              <a:rPr spc="-35" dirty="0"/>
              <a:t> </a:t>
            </a:r>
            <a:r>
              <a:rPr dirty="0"/>
              <a:t>Pilani</a:t>
            </a:r>
            <a:r>
              <a:rPr spc="-30" dirty="0"/>
              <a:t> </a:t>
            </a:r>
            <a:r>
              <a:rPr spc="-10" dirty="0"/>
              <a:t>Campus</a:t>
            </a:r>
          </a:p>
        </p:txBody>
      </p:sp>
      <p:sp>
        <p:nvSpPr>
          <p:cNvPr id="8" name="Content Placeholder 2"/>
          <p:cNvSpPr>
            <a:spLocks noGrp="1"/>
          </p:cNvSpPr>
          <p:nvPr>
            <p:ph idx="10"/>
          </p:nvPr>
        </p:nvSpPr>
        <p:spPr>
          <a:xfrm>
            <a:off x="228600" y="1545224"/>
            <a:ext cx="8610600" cy="4525963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400">
                <a:latin typeface="Cambria" panose="02040503050406030204" pitchFamily="18" charset="0"/>
                <a:ea typeface="Cambria" panose="02040503050406030204" pitchFamily="18" charset="0"/>
              </a:defRPr>
            </a:lvl1pPr>
            <a:lvl2pPr>
              <a:defRPr sz="2400">
                <a:latin typeface="Cambria" panose="02040503050406030204" pitchFamily="18" charset="0"/>
                <a:ea typeface="Cambria" panose="02040503050406030204" pitchFamily="18" charset="0"/>
              </a:defRPr>
            </a:lvl2pPr>
            <a:lvl3pPr>
              <a:defRPr sz="2400">
                <a:latin typeface="Cambria" panose="02040503050406030204" pitchFamily="18" charset="0"/>
                <a:ea typeface="Cambria" panose="02040503050406030204" pitchFamily="18" charset="0"/>
              </a:defRPr>
            </a:lvl3pPr>
            <a:lvl4pPr>
              <a:defRPr sz="2400">
                <a:latin typeface="Cambria" panose="02040503050406030204" pitchFamily="18" charset="0"/>
                <a:ea typeface="Cambria" panose="02040503050406030204" pitchFamily="18" charset="0"/>
              </a:defRPr>
            </a:lvl4pPr>
            <a:lvl5pPr>
              <a:defRPr sz="2400">
                <a:latin typeface="Cambria" panose="02040503050406030204" pitchFamily="18" charset="0"/>
                <a:ea typeface="Cambria" panose="02040503050406030204" pitchFamily="18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228600" y="0"/>
            <a:ext cx="8160907" cy="1219200"/>
          </a:xfrm>
          <a:prstGeom prst="rect">
            <a:avLst/>
          </a:prstGeom>
        </p:spPr>
        <p:txBody>
          <a:bodyPr anchor="ctr"/>
          <a:lstStyle>
            <a:lvl1pPr algn="l">
              <a:defRPr sz="3600" b="0">
                <a:latin typeface="Cambria" panose="02040503050406030204" pitchFamily="18" charset="0"/>
                <a:ea typeface="Cambria" panose="02040503050406030204" pitchFamily="18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25758594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7358633" y="6639735"/>
            <a:ext cx="1706245" cy="182245"/>
          </a:xfrm>
          <a:prstGeom prst="rect">
            <a:avLst/>
          </a:prstGeom>
        </p:spPr>
        <p:txBody>
          <a:bodyPr lIns="0" tIns="0" rIns="0" bIns="0"/>
          <a:lstStyle>
            <a:lvl1pPr>
              <a:defRPr sz="1100" b="0" i="0">
                <a:solidFill>
                  <a:srgbClr val="0F114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ct val="100000"/>
              </a:lnSpc>
            </a:pPr>
            <a:r>
              <a:rPr b="1" dirty="0">
                <a:latin typeface="Arial"/>
                <a:cs typeface="Arial"/>
              </a:rPr>
              <a:t>BITS</a:t>
            </a:r>
            <a:r>
              <a:rPr b="1" spc="-55" dirty="0">
                <a:latin typeface="Arial"/>
                <a:cs typeface="Arial"/>
              </a:rPr>
              <a:t> </a:t>
            </a:r>
            <a:r>
              <a:rPr dirty="0"/>
              <a:t>Pilani,</a:t>
            </a:r>
            <a:r>
              <a:rPr spc="-35" dirty="0"/>
              <a:t> </a:t>
            </a:r>
            <a:r>
              <a:rPr dirty="0"/>
              <a:t>Pilani</a:t>
            </a:r>
            <a:r>
              <a:rPr spc="-30" dirty="0"/>
              <a:t> </a:t>
            </a:r>
            <a:r>
              <a:rPr spc="-10" dirty="0"/>
              <a:t>Campus</a:t>
            </a:r>
          </a:p>
        </p:txBody>
      </p:sp>
      <p:sp>
        <p:nvSpPr>
          <p:cNvPr id="8" name="Content Placeholder 2"/>
          <p:cNvSpPr>
            <a:spLocks noGrp="1"/>
          </p:cNvSpPr>
          <p:nvPr>
            <p:ph idx="10"/>
          </p:nvPr>
        </p:nvSpPr>
        <p:spPr>
          <a:xfrm>
            <a:off x="228600" y="1545224"/>
            <a:ext cx="8610600" cy="4525963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400">
                <a:latin typeface="Cambria" panose="02040503050406030204" pitchFamily="18" charset="0"/>
                <a:ea typeface="Cambria" panose="02040503050406030204" pitchFamily="18" charset="0"/>
              </a:defRPr>
            </a:lvl1pPr>
            <a:lvl2pPr>
              <a:defRPr sz="2400">
                <a:latin typeface="Cambria" panose="02040503050406030204" pitchFamily="18" charset="0"/>
                <a:ea typeface="Cambria" panose="02040503050406030204" pitchFamily="18" charset="0"/>
              </a:defRPr>
            </a:lvl2pPr>
            <a:lvl3pPr>
              <a:defRPr sz="2400">
                <a:latin typeface="Cambria" panose="02040503050406030204" pitchFamily="18" charset="0"/>
                <a:ea typeface="Cambria" panose="02040503050406030204" pitchFamily="18" charset="0"/>
              </a:defRPr>
            </a:lvl3pPr>
            <a:lvl4pPr>
              <a:defRPr sz="2400">
                <a:latin typeface="Cambria" panose="02040503050406030204" pitchFamily="18" charset="0"/>
                <a:ea typeface="Cambria" panose="02040503050406030204" pitchFamily="18" charset="0"/>
              </a:defRPr>
            </a:lvl4pPr>
            <a:lvl5pPr>
              <a:defRPr sz="2400">
                <a:latin typeface="Cambria" panose="02040503050406030204" pitchFamily="18" charset="0"/>
                <a:ea typeface="Cambria" panose="02040503050406030204" pitchFamily="18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228600" y="0"/>
            <a:ext cx="8160907" cy="1219200"/>
          </a:xfrm>
          <a:prstGeom prst="rect">
            <a:avLst/>
          </a:prstGeom>
        </p:spPr>
        <p:txBody>
          <a:bodyPr anchor="ctr"/>
          <a:lstStyle>
            <a:lvl1pPr algn="l">
              <a:defRPr sz="3600" b="0">
                <a:latin typeface="Cambria" panose="02040503050406030204" pitchFamily="18" charset="0"/>
                <a:ea typeface="Cambria" panose="02040503050406030204" pitchFamily="18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98229828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404718" y="435270"/>
            <a:ext cx="4334562" cy="543226"/>
          </a:xfrm>
        </p:spPr>
        <p:txBody>
          <a:bodyPr lIns="0" tIns="0" rIns="0" bIns="0"/>
          <a:lstStyle>
            <a:lvl1pPr>
              <a:defRPr sz="3530" b="1" i="0">
                <a:solidFill>
                  <a:srgbClr val="0000CC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09069" y="1559555"/>
            <a:ext cx="3872923" cy="896271"/>
          </a:xfrm>
        </p:spPr>
        <p:txBody>
          <a:bodyPr lIns="0" tIns="0" rIns="0" bIns="0"/>
          <a:lstStyle>
            <a:lvl1pPr>
              <a:defRPr sz="5824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12/26/2024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59" b="0" i="0">
                <a:solidFill>
                  <a:srgbClr val="898989"/>
                </a:solidFill>
                <a:latin typeface="Calibri"/>
                <a:cs typeface="Calibri"/>
              </a:defRPr>
            </a:lvl1pPr>
          </a:lstStyle>
          <a:p>
            <a:pPr marL="11206">
              <a:lnSpc>
                <a:spcPts val="1094"/>
              </a:lnSpc>
            </a:pPr>
            <a:r>
              <a:rPr lang="en-IN"/>
              <a:t>1</a:t>
            </a:r>
            <a:fld id="{81D60167-4931-47E6-BA6A-407CBD079E47}" type="slidenum">
              <a:rPr smtClean="0"/>
              <a:pPr marL="11206">
                <a:lnSpc>
                  <a:spcPts val="1094"/>
                </a:lnSpc>
              </a:pPr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3974613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41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7.xml"/><Relationship Id="rId13" Type="http://schemas.openxmlformats.org/officeDocument/2006/relationships/slideLayout" Target="../slideLayouts/slideLayout52.xml"/><Relationship Id="rId3" Type="http://schemas.openxmlformats.org/officeDocument/2006/relationships/slideLayout" Target="../slideLayouts/slideLayout42.xml"/><Relationship Id="rId7" Type="http://schemas.openxmlformats.org/officeDocument/2006/relationships/slideLayout" Target="../slideLayouts/slideLayout46.xml"/><Relationship Id="rId12" Type="http://schemas.openxmlformats.org/officeDocument/2006/relationships/slideLayout" Target="../slideLayouts/slideLayout51.xml"/><Relationship Id="rId17" Type="http://schemas.openxmlformats.org/officeDocument/2006/relationships/theme" Target="../theme/theme2.xml"/><Relationship Id="rId2" Type="http://schemas.openxmlformats.org/officeDocument/2006/relationships/slideLayout" Target="../slideLayouts/slideLayout41.xml"/><Relationship Id="rId16" Type="http://schemas.openxmlformats.org/officeDocument/2006/relationships/slideLayout" Target="../slideLayouts/slideLayout55.xml"/><Relationship Id="rId1" Type="http://schemas.openxmlformats.org/officeDocument/2006/relationships/slideLayout" Target="../slideLayouts/slideLayout40.xml"/><Relationship Id="rId6" Type="http://schemas.openxmlformats.org/officeDocument/2006/relationships/slideLayout" Target="../slideLayouts/slideLayout45.xml"/><Relationship Id="rId11" Type="http://schemas.openxmlformats.org/officeDocument/2006/relationships/slideLayout" Target="../slideLayouts/slideLayout50.xml"/><Relationship Id="rId5" Type="http://schemas.openxmlformats.org/officeDocument/2006/relationships/slideLayout" Target="../slideLayouts/slideLayout44.xml"/><Relationship Id="rId15" Type="http://schemas.openxmlformats.org/officeDocument/2006/relationships/slideLayout" Target="../slideLayouts/slideLayout54.xml"/><Relationship Id="rId10" Type="http://schemas.openxmlformats.org/officeDocument/2006/relationships/slideLayout" Target="../slideLayouts/slideLayout49.xml"/><Relationship Id="rId4" Type="http://schemas.openxmlformats.org/officeDocument/2006/relationships/slideLayout" Target="../slideLayouts/slideLayout43.xml"/><Relationship Id="rId9" Type="http://schemas.openxmlformats.org/officeDocument/2006/relationships/slideLayout" Target="../slideLayouts/slideLayout48.xml"/><Relationship Id="rId14" Type="http://schemas.openxmlformats.org/officeDocument/2006/relationships/slideLayout" Target="../slideLayouts/slideLayout5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4631436" y="6550152"/>
            <a:ext cx="2329180" cy="48895"/>
          </a:xfrm>
          <a:custGeom>
            <a:avLst/>
            <a:gdLst/>
            <a:ahLst/>
            <a:cxnLst/>
            <a:rect l="l" t="t" r="r" b="b"/>
            <a:pathLst>
              <a:path w="2329179" h="48895">
                <a:moveTo>
                  <a:pt x="2328671" y="0"/>
                </a:moveTo>
                <a:lnTo>
                  <a:pt x="0" y="0"/>
                </a:lnTo>
                <a:lnTo>
                  <a:pt x="0" y="48768"/>
                </a:lnTo>
                <a:lnTo>
                  <a:pt x="2328671" y="48768"/>
                </a:lnTo>
                <a:lnTo>
                  <a:pt x="2328671" y="0"/>
                </a:lnTo>
                <a:close/>
              </a:path>
            </a:pathLst>
          </a:custGeom>
          <a:solidFill>
            <a:srgbClr val="76C2E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6908291" y="6550152"/>
            <a:ext cx="2235835" cy="45720"/>
          </a:xfrm>
          <a:custGeom>
            <a:avLst/>
            <a:gdLst/>
            <a:ahLst/>
            <a:cxnLst/>
            <a:rect l="l" t="t" r="r" b="b"/>
            <a:pathLst>
              <a:path w="2235834" h="45720">
                <a:moveTo>
                  <a:pt x="2235707" y="0"/>
                </a:moveTo>
                <a:lnTo>
                  <a:pt x="0" y="0"/>
                </a:lnTo>
                <a:lnTo>
                  <a:pt x="0" y="45720"/>
                </a:lnTo>
                <a:lnTo>
                  <a:pt x="2235707" y="45720"/>
                </a:lnTo>
                <a:lnTo>
                  <a:pt x="2235707" y="0"/>
                </a:lnTo>
                <a:close/>
              </a:path>
            </a:pathLst>
          </a:custGeom>
          <a:solidFill>
            <a:srgbClr val="E21C2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2084832" y="6550152"/>
            <a:ext cx="2580640" cy="48895"/>
          </a:xfrm>
          <a:custGeom>
            <a:avLst/>
            <a:gdLst/>
            <a:ahLst/>
            <a:cxnLst/>
            <a:rect l="l" t="t" r="r" b="b"/>
            <a:pathLst>
              <a:path w="2580640" h="48895">
                <a:moveTo>
                  <a:pt x="2580132" y="0"/>
                </a:moveTo>
                <a:lnTo>
                  <a:pt x="0" y="0"/>
                </a:lnTo>
                <a:lnTo>
                  <a:pt x="0" y="48768"/>
                </a:lnTo>
                <a:lnTo>
                  <a:pt x="2580132" y="48768"/>
                </a:lnTo>
                <a:lnTo>
                  <a:pt x="2580132" y="0"/>
                </a:lnTo>
                <a:close/>
              </a:path>
            </a:pathLst>
          </a:custGeom>
          <a:solidFill>
            <a:srgbClr val="FBAF1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4495800" y="6553200"/>
            <a:ext cx="2329180" cy="45720"/>
          </a:xfrm>
          <a:custGeom>
            <a:avLst/>
            <a:gdLst/>
            <a:ahLst/>
            <a:cxnLst/>
            <a:rect l="l" t="t" r="r" b="b"/>
            <a:pathLst>
              <a:path w="2329179" h="45720">
                <a:moveTo>
                  <a:pt x="2328672" y="0"/>
                </a:moveTo>
                <a:lnTo>
                  <a:pt x="0" y="0"/>
                </a:lnTo>
                <a:lnTo>
                  <a:pt x="0" y="45720"/>
                </a:lnTo>
                <a:lnTo>
                  <a:pt x="2328672" y="45720"/>
                </a:lnTo>
                <a:lnTo>
                  <a:pt x="2328672" y="0"/>
                </a:lnTo>
                <a:close/>
              </a:path>
            </a:pathLst>
          </a:custGeom>
          <a:solidFill>
            <a:srgbClr val="76C2E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2133600" y="6553200"/>
            <a:ext cx="2362200" cy="45720"/>
          </a:xfrm>
          <a:custGeom>
            <a:avLst/>
            <a:gdLst/>
            <a:ahLst/>
            <a:cxnLst/>
            <a:rect l="l" t="t" r="r" b="b"/>
            <a:pathLst>
              <a:path w="2362200" h="45720">
                <a:moveTo>
                  <a:pt x="2362200" y="0"/>
                </a:moveTo>
                <a:lnTo>
                  <a:pt x="0" y="0"/>
                </a:lnTo>
                <a:lnTo>
                  <a:pt x="0" y="45720"/>
                </a:lnTo>
                <a:lnTo>
                  <a:pt x="2362200" y="45720"/>
                </a:lnTo>
                <a:lnTo>
                  <a:pt x="2362200" y="0"/>
                </a:lnTo>
                <a:close/>
              </a:path>
            </a:pathLst>
          </a:custGeom>
          <a:solidFill>
            <a:srgbClr val="FBAF1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g object 21"/>
          <p:cNvSpPr/>
          <p:nvPr/>
        </p:nvSpPr>
        <p:spPr>
          <a:xfrm>
            <a:off x="6815328" y="6553200"/>
            <a:ext cx="2329180" cy="45720"/>
          </a:xfrm>
          <a:custGeom>
            <a:avLst/>
            <a:gdLst/>
            <a:ahLst/>
            <a:cxnLst/>
            <a:rect l="l" t="t" r="r" b="b"/>
            <a:pathLst>
              <a:path w="2329179" h="45720">
                <a:moveTo>
                  <a:pt x="2328672" y="0"/>
                </a:moveTo>
                <a:lnTo>
                  <a:pt x="0" y="0"/>
                </a:lnTo>
                <a:lnTo>
                  <a:pt x="0" y="45720"/>
                </a:lnTo>
                <a:lnTo>
                  <a:pt x="2328672" y="45720"/>
                </a:lnTo>
                <a:lnTo>
                  <a:pt x="2328672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2" name="bg object 22"/>
          <p:cNvPicPr/>
          <p:nvPr/>
        </p:nvPicPr>
        <p:blipFill>
          <a:blip r:embed="rId41" cstate="print"/>
          <a:stretch>
            <a:fillRect/>
          </a:stretch>
        </p:blipFill>
        <p:spPr>
          <a:xfrm>
            <a:off x="6629400" y="0"/>
            <a:ext cx="2194559" cy="691896"/>
          </a:xfrm>
          <a:prstGeom prst="rect">
            <a:avLst/>
          </a:prstGeom>
        </p:spPr>
      </p:pic>
      <p:sp>
        <p:nvSpPr>
          <p:cNvPr id="23" name="bg object 23"/>
          <p:cNvSpPr/>
          <p:nvPr/>
        </p:nvSpPr>
        <p:spPr>
          <a:xfrm>
            <a:off x="2362200" y="1295400"/>
            <a:ext cx="2329180" cy="45720"/>
          </a:xfrm>
          <a:custGeom>
            <a:avLst/>
            <a:gdLst/>
            <a:ahLst/>
            <a:cxnLst/>
            <a:rect l="l" t="t" r="r" b="b"/>
            <a:pathLst>
              <a:path w="2329179" h="45719">
                <a:moveTo>
                  <a:pt x="2328672" y="0"/>
                </a:moveTo>
                <a:lnTo>
                  <a:pt x="0" y="0"/>
                </a:lnTo>
                <a:lnTo>
                  <a:pt x="0" y="45720"/>
                </a:lnTo>
                <a:lnTo>
                  <a:pt x="2328672" y="45720"/>
                </a:lnTo>
                <a:lnTo>
                  <a:pt x="2328672" y="0"/>
                </a:lnTo>
                <a:close/>
              </a:path>
            </a:pathLst>
          </a:custGeom>
          <a:solidFill>
            <a:srgbClr val="76C2E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bg object 24"/>
          <p:cNvSpPr/>
          <p:nvPr/>
        </p:nvSpPr>
        <p:spPr>
          <a:xfrm>
            <a:off x="0" y="1295400"/>
            <a:ext cx="2362200" cy="45720"/>
          </a:xfrm>
          <a:custGeom>
            <a:avLst/>
            <a:gdLst/>
            <a:ahLst/>
            <a:cxnLst/>
            <a:rect l="l" t="t" r="r" b="b"/>
            <a:pathLst>
              <a:path w="2362200" h="45719">
                <a:moveTo>
                  <a:pt x="2362200" y="0"/>
                </a:moveTo>
                <a:lnTo>
                  <a:pt x="0" y="0"/>
                </a:lnTo>
                <a:lnTo>
                  <a:pt x="0" y="45720"/>
                </a:lnTo>
                <a:lnTo>
                  <a:pt x="2362200" y="45720"/>
                </a:lnTo>
                <a:lnTo>
                  <a:pt x="2362200" y="0"/>
                </a:lnTo>
                <a:close/>
              </a:path>
            </a:pathLst>
          </a:custGeom>
          <a:solidFill>
            <a:srgbClr val="FBAF1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bg object 25"/>
          <p:cNvSpPr/>
          <p:nvPr/>
        </p:nvSpPr>
        <p:spPr>
          <a:xfrm>
            <a:off x="4681728" y="1295400"/>
            <a:ext cx="2329180" cy="45720"/>
          </a:xfrm>
          <a:custGeom>
            <a:avLst/>
            <a:gdLst/>
            <a:ahLst/>
            <a:cxnLst/>
            <a:rect l="l" t="t" r="r" b="b"/>
            <a:pathLst>
              <a:path w="2329179" h="45719">
                <a:moveTo>
                  <a:pt x="2328672" y="0"/>
                </a:moveTo>
                <a:lnTo>
                  <a:pt x="0" y="0"/>
                </a:lnTo>
                <a:lnTo>
                  <a:pt x="0" y="45720"/>
                </a:lnTo>
                <a:lnTo>
                  <a:pt x="2328672" y="45720"/>
                </a:lnTo>
                <a:lnTo>
                  <a:pt x="2328672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Title Placeholder 7"/>
          <p:cNvSpPr>
            <a:spLocks noGrp="1"/>
          </p:cNvSpPr>
          <p:nvPr>
            <p:ph type="title"/>
          </p:nvPr>
        </p:nvSpPr>
        <p:spPr>
          <a:xfrm>
            <a:off x="173990" y="32162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idx="1"/>
          </p:nvPr>
        </p:nvSpPr>
        <p:spPr>
          <a:xfrm>
            <a:off x="304800" y="1676400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84" r:id="rId7"/>
    <p:sldLayoutId id="2147483685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  <p:sldLayoutId id="2147483696" r:id="rId18"/>
    <p:sldLayoutId id="2147483697" r:id="rId19"/>
    <p:sldLayoutId id="2147483698" r:id="rId20"/>
    <p:sldLayoutId id="2147483699" r:id="rId21"/>
    <p:sldLayoutId id="2147483700" r:id="rId22"/>
    <p:sldLayoutId id="2147483701" r:id="rId23"/>
    <p:sldLayoutId id="2147483702" r:id="rId24"/>
    <p:sldLayoutId id="2147483703" r:id="rId25"/>
    <p:sldLayoutId id="2147483704" r:id="rId26"/>
    <p:sldLayoutId id="2147483705" r:id="rId27"/>
    <p:sldLayoutId id="2147483706" r:id="rId28"/>
    <p:sldLayoutId id="2147483707" r:id="rId29"/>
    <p:sldLayoutId id="2147483708" r:id="rId30"/>
    <p:sldLayoutId id="2147483709" r:id="rId31"/>
    <p:sldLayoutId id="2147483711" r:id="rId32"/>
    <p:sldLayoutId id="2147483712" r:id="rId33"/>
    <p:sldLayoutId id="2147483713" r:id="rId34"/>
    <p:sldLayoutId id="2147483714" r:id="rId35"/>
    <p:sldLayoutId id="2147483715" r:id="rId36"/>
    <p:sldLayoutId id="2147483717" r:id="rId37"/>
    <p:sldLayoutId id="2147483718" r:id="rId38"/>
    <p:sldLayoutId id="2147483719" r:id="rId39"/>
  </p:sldLayoutIdLst>
  <p:txStyles>
    <p:titleStyle>
      <a:lvl1pPr>
        <a:defRPr sz="3600">
          <a:latin typeface="Cambria" panose="02040503050406030204" pitchFamily="18" charset="0"/>
          <a:ea typeface="Cambria" panose="02040503050406030204" pitchFamily="18" charset="0"/>
          <a:cs typeface="+mj-cs"/>
        </a:defRPr>
      </a:lvl1pPr>
    </p:titleStyle>
    <p:bodyStyle>
      <a:lvl1pPr marL="0">
        <a:defRPr sz="2400">
          <a:latin typeface="Cambria" panose="02040503050406030204" pitchFamily="18" charset="0"/>
          <a:ea typeface="Cambria" panose="02040503050406030204" pitchFamily="18" charset="0"/>
          <a:cs typeface="+mn-cs"/>
        </a:defRPr>
      </a:lvl1pPr>
      <a:lvl2pPr marL="457200">
        <a:defRPr sz="2400">
          <a:latin typeface="Cambria" panose="02040503050406030204" pitchFamily="18" charset="0"/>
          <a:ea typeface="Cambria" panose="02040503050406030204" pitchFamily="18" charset="0"/>
          <a:cs typeface="+mn-cs"/>
        </a:defRPr>
      </a:lvl2pPr>
      <a:lvl3pPr marL="914400">
        <a:defRPr sz="2400">
          <a:latin typeface="Cambria" panose="02040503050406030204" pitchFamily="18" charset="0"/>
          <a:ea typeface="Cambria" panose="02040503050406030204" pitchFamily="18" charset="0"/>
          <a:cs typeface="+mn-cs"/>
        </a:defRPr>
      </a:lvl3pPr>
      <a:lvl4pPr marL="1371600">
        <a:defRPr sz="2400">
          <a:latin typeface="Cambria" panose="02040503050406030204" pitchFamily="18" charset="0"/>
          <a:ea typeface="Cambria" panose="02040503050406030204" pitchFamily="18" charset="0"/>
          <a:cs typeface="+mn-cs"/>
        </a:defRPr>
      </a:lvl4pPr>
      <a:lvl5pPr marL="1828800">
        <a:defRPr sz="2400">
          <a:latin typeface="Cambria" panose="02040503050406030204" pitchFamily="18" charset="0"/>
          <a:ea typeface="Cambria" panose="02040503050406030204" pitchFamily="18" charset="0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51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2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smtClean="0">
                <a:solidFill>
                  <a:schemeClr val="tx1">
                    <a:tint val="7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rtl="0" fontAlgn="base">
              <a:spcBef>
                <a:spcPct val="0"/>
              </a:spcBef>
              <a:spcAft>
                <a:spcPct val="0"/>
              </a:spcAft>
              <a:defRPr/>
            </a:pPr>
            <a:fld id="{DAE0A98B-91D6-4D0A-A390-AF26B360F87A}" type="datetime1">
              <a:rPr lang="en-US" kern="1200">
                <a:solidFill>
                  <a:prstClr val="black">
                    <a:tint val="75000"/>
                  </a:prstClr>
                </a:solidFill>
                <a:ea typeface="+mn-ea"/>
              </a:rPr>
              <a:pPr rtl="0" fontAlgn="base">
                <a:spcBef>
                  <a:spcPct val="0"/>
                </a:spcBef>
                <a:spcAft>
                  <a:spcPct val="0"/>
                </a:spcAft>
                <a:defRPr/>
              </a:pPr>
              <a:t>12/26/2024</a:t>
            </a:fld>
            <a:endParaRPr lang="en-US" kern="1200">
              <a:solidFill>
                <a:prstClr val="black">
                  <a:tint val="75000"/>
                </a:prstClr>
              </a:solidFill>
              <a:ea typeface="+mn-ea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smtClean="0">
                <a:solidFill>
                  <a:schemeClr val="tx1">
                    <a:tint val="7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rtl="0" fontAlgn="base">
              <a:spcBef>
                <a:spcPct val="0"/>
              </a:spcBef>
              <a:spcAft>
                <a:spcPct val="0"/>
              </a:spcAft>
              <a:defRPr/>
            </a:pPr>
            <a:endParaRPr lang="en-US" kern="1200">
              <a:solidFill>
                <a:prstClr val="black">
                  <a:tint val="75000"/>
                </a:prstClr>
              </a:solidFill>
              <a:ea typeface="+mn-ea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smtClean="0">
                <a:solidFill>
                  <a:schemeClr val="tx1">
                    <a:tint val="7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rtl="0" fontAlgn="base">
              <a:spcBef>
                <a:spcPct val="0"/>
              </a:spcBef>
              <a:spcAft>
                <a:spcPct val="0"/>
              </a:spcAft>
              <a:defRPr/>
            </a:pPr>
            <a:fld id="{60DB935C-A2BB-404C-A6C5-67E9068028EC}" type="slidenum">
              <a:rPr lang="en-US" kern="1200">
                <a:solidFill>
                  <a:prstClr val="black">
                    <a:tint val="75000"/>
                  </a:prstClr>
                </a:solidFill>
                <a:ea typeface="+mn-ea"/>
              </a:rPr>
              <a:pPr rtl="0"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kern="1200">
              <a:solidFill>
                <a:prstClr val="black">
                  <a:tint val="75000"/>
                </a:prstClr>
              </a:solidFill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8501065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  <p:sldLayoutId id="2147483732" r:id="rId12"/>
    <p:sldLayoutId id="2147483733" r:id="rId13"/>
    <p:sldLayoutId id="2147483734" r:id="rId14"/>
    <p:sldLayoutId id="2147483735" r:id="rId15"/>
    <p:sldLayoutId id="2147483736" r:id="rId16"/>
  </p:sldLayoutIdLst>
  <p:hf sldNum="0" hdr="0" ftr="0" dt="0"/>
  <p:txStyles>
    <p:titleStyle>
      <a:lvl1pPr algn="l" rtl="0" fontAlgn="base">
        <a:spcBef>
          <a:spcPct val="0"/>
        </a:spcBef>
        <a:spcAft>
          <a:spcPct val="0"/>
        </a:spcAft>
        <a:defRPr sz="3000" b="1" kern="1200" spc="-113">
          <a:solidFill>
            <a:schemeClr val="tx1"/>
          </a:solidFill>
          <a:latin typeface="Arial" pitchFamily="34" charset="0"/>
          <a:ea typeface="+mj-ea"/>
          <a:cs typeface="Arial" pitchFamily="34" charset="0"/>
        </a:defRPr>
      </a:lvl1pPr>
      <a:lvl2pPr algn="l" rtl="0" fontAlgn="base">
        <a:spcBef>
          <a:spcPct val="0"/>
        </a:spcBef>
        <a:spcAft>
          <a:spcPct val="0"/>
        </a:spcAft>
        <a:defRPr sz="3000" b="1">
          <a:solidFill>
            <a:schemeClr val="tx1"/>
          </a:solidFill>
          <a:latin typeface="Arial" charset="0"/>
          <a:cs typeface="Arial" charset="0"/>
        </a:defRPr>
      </a:lvl2pPr>
      <a:lvl3pPr algn="l" rtl="0" fontAlgn="base">
        <a:spcBef>
          <a:spcPct val="0"/>
        </a:spcBef>
        <a:spcAft>
          <a:spcPct val="0"/>
        </a:spcAft>
        <a:defRPr sz="3000" b="1">
          <a:solidFill>
            <a:schemeClr val="tx1"/>
          </a:solidFill>
          <a:latin typeface="Arial" charset="0"/>
          <a:cs typeface="Arial" charset="0"/>
        </a:defRPr>
      </a:lvl3pPr>
      <a:lvl4pPr algn="l" rtl="0" fontAlgn="base">
        <a:spcBef>
          <a:spcPct val="0"/>
        </a:spcBef>
        <a:spcAft>
          <a:spcPct val="0"/>
        </a:spcAft>
        <a:defRPr sz="3000" b="1">
          <a:solidFill>
            <a:schemeClr val="tx1"/>
          </a:solidFill>
          <a:latin typeface="Arial" charset="0"/>
          <a:cs typeface="Arial" charset="0"/>
        </a:defRPr>
      </a:lvl4pPr>
      <a:lvl5pPr algn="l" rtl="0" fontAlgn="base">
        <a:spcBef>
          <a:spcPct val="0"/>
        </a:spcBef>
        <a:spcAft>
          <a:spcPct val="0"/>
        </a:spcAft>
        <a:defRPr sz="3000" b="1">
          <a:solidFill>
            <a:schemeClr val="tx1"/>
          </a:solidFill>
          <a:latin typeface="Arial" charset="0"/>
          <a:cs typeface="Arial" charset="0"/>
        </a:defRPr>
      </a:lvl5pPr>
      <a:lvl6pPr marL="342900" algn="l" rtl="0" fontAlgn="base">
        <a:spcBef>
          <a:spcPct val="0"/>
        </a:spcBef>
        <a:spcAft>
          <a:spcPct val="0"/>
        </a:spcAft>
        <a:defRPr sz="3000" b="1">
          <a:solidFill>
            <a:schemeClr val="tx1"/>
          </a:solidFill>
          <a:latin typeface="Arial" charset="0"/>
          <a:cs typeface="Arial" charset="0"/>
        </a:defRPr>
      </a:lvl6pPr>
      <a:lvl7pPr marL="685800" algn="l" rtl="0" fontAlgn="base">
        <a:spcBef>
          <a:spcPct val="0"/>
        </a:spcBef>
        <a:spcAft>
          <a:spcPct val="0"/>
        </a:spcAft>
        <a:defRPr sz="3000" b="1">
          <a:solidFill>
            <a:schemeClr val="tx1"/>
          </a:solidFill>
          <a:latin typeface="Arial" charset="0"/>
          <a:cs typeface="Arial" charset="0"/>
        </a:defRPr>
      </a:lvl7pPr>
      <a:lvl8pPr marL="1028700" algn="l" rtl="0" fontAlgn="base">
        <a:spcBef>
          <a:spcPct val="0"/>
        </a:spcBef>
        <a:spcAft>
          <a:spcPct val="0"/>
        </a:spcAft>
        <a:defRPr sz="3000" b="1">
          <a:solidFill>
            <a:schemeClr val="tx1"/>
          </a:solidFill>
          <a:latin typeface="Arial" charset="0"/>
          <a:cs typeface="Arial" charset="0"/>
        </a:defRPr>
      </a:lvl8pPr>
      <a:lvl9pPr marL="1371600" algn="l" rtl="0" fontAlgn="base">
        <a:spcBef>
          <a:spcPct val="0"/>
        </a:spcBef>
        <a:spcAft>
          <a:spcPct val="0"/>
        </a:spcAft>
        <a:defRPr sz="3000" b="1">
          <a:solidFill>
            <a:schemeClr val="tx1"/>
          </a:solidFill>
          <a:latin typeface="Arial" charset="0"/>
          <a:cs typeface="Arial" charset="0"/>
        </a:defRPr>
      </a:lvl9pPr>
    </p:titleStyle>
    <p:bodyStyle>
      <a:lvl1pPr marL="257175" indent="-257175" algn="l" rtl="0" fontAlgn="base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1pPr>
      <a:lvl2pPr marL="557213" indent="-214313" algn="l" rtl="0" fontAlgn="base">
        <a:spcBef>
          <a:spcPct val="20000"/>
        </a:spcBef>
        <a:spcAft>
          <a:spcPct val="0"/>
        </a:spcAft>
        <a:buFont typeface="Arial" charset="0"/>
        <a:buChar char="–"/>
        <a:defRPr sz="21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2pPr>
      <a:lvl3pPr marL="857250" indent="-171450" algn="l" rtl="0" fontAlgn="base">
        <a:spcBef>
          <a:spcPct val="20000"/>
        </a:spcBef>
        <a:spcAft>
          <a:spcPct val="0"/>
        </a:spcAft>
        <a:buFont typeface="Arial" charset="0"/>
        <a:buChar char="•"/>
        <a:defRPr sz="18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3pPr>
      <a:lvl4pPr marL="1200150" indent="-171450" algn="l" rtl="0" fontAlgn="base">
        <a:spcBef>
          <a:spcPct val="20000"/>
        </a:spcBef>
        <a:spcAft>
          <a:spcPct val="0"/>
        </a:spcAft>
        <a:buFont typeface="Arial" charset="0"/>
        <a:buChar char="–"/>
        <a:defRPr sz="15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4pPr>
      <a:lvl5pPr marL="1543050" indent="-171450" algn="l" rtl="0" fontAlgn="base">
        <a:spcBef>
          <a:spcPct val="20000"/>
        </a:spcBef>
        <a:spcAft>
          <a:spcPct val="0"/>
        </a:spcAft>
        <a:buFont typeface="Arial" charset="0"/>
        <a:buChar char="»"/>
        <a:defRPr sz="15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5pPr>
      <a:lvl6pPr marL="18859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4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image" Target="../media/image18.jp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jpg"/><Relationship Id="rId3" Type="http://schemas.openxmlformats.org/officeDocument/2006/relationships/image" Target="../media/image21.png"/><Relationship Id="rId7" Type="http://schemas.openxmlformats.org/officeDocument/2006/relationships/image" Target="../media/image25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jpg"/><Relationship Id="rId5" Type="http://schemas.openxmlformats.org/officeDocument/2006/relationships/image" Target="../media/image23.png"/><Relationship Id="rId10" Type="http://schemas.openxmlformats.org/officeDocument/2006/relationships/image" Target="../media/image28.png"/><Relationship Id="rId4" Type="http://schemas.openxmlformats.org/officeDocument/2006/relationships/image" Target="../media/image22.jpg"/><Relationship Id="rId9" Type="http://schemas.openxmlformats.org/officeDocument/2006/relationships/image" Target="../media/image27.jp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.png"/><Relationship Id="rId5" Type="http://schemas.openxmlformats.org/officeDocument/2006/relationships/image" Target="../media/image310.png"/><Relationship Id="rId4" Type="http://schemas.openxmlformats.org/officeDocument/2006/relationships/image" Target="../media/image3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5.png"/><Relationship Id="rId5" Type="http://schemas.openxmlformats.org/officeDocument/2006/relationships/image" Target="../media/image31.png"/><Relationship Id="rId4" Type="http://schemas.openxmlformats.org/officeDocument/2006/relationships/image" Target="../media/image3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7" Type="http://schemas.openxmlformats.org/officeDocument/2006/relationships/image" Target="../media/image40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9.png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5.png"/><Relationship Id="rId4" Type="http://schemas.openxmlformats.org/officeDocument/2006/relationships/image" Target="../media/image44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jpg"/><Relationship Id="rId3" Type="http://schemas.openxmlformats.org/officeDocument/2006/relationships/image" Target="../media/image21.png"/><Relationship Id="rId7" Type="http://schemas.openxmlformats.org/officeDocument/2006/relationships/image" Target="../media/image26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jpg"/><Relationship Id="rId5" Type="http://schemas.openxmlformats.org/officeDocument/2006/relationships/image" Target="../media/image24.jpg"/><Relationship Id="rId4" Type="http://schemas.openxmlformats.org/officeDocument/2006/relationships/image" Target="../media/image23.png"/><Relationship Id="rId9" Type="http://schemas.openxmlformats.org/officeDocument/2006/relationships/image" Target="../media/image47.jp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jpg"/><Relationship Id="rId2" Type="http://schemas.openxmlformats.org/officeDocument/2006/relationships/image" Target="../media/image50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2.jp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9.jpg"/><Relationship Id="rId13" Type="http://schemas.openxmlformats.org/officeDocument/2006/relationships/customXml" Target="../ink/ink1.xml"/><Relationship Id="rId3" Type="http://schemas.openxmlformats.org/officeDocument/2006/relationships/image" Target="../media/image54.png"/><Relationship Id="rId7" Type="http://schemas.openxmlformats.org/officeDocument/2006/relationships/image" Target="../media/image58.png"/><Relationship Id="rId12" Type="http://schemas.openxmlformats.org/officeDocument/2006/relationships/image" Target="../media/image61.jpg"/><Relationship Id="rId2" Type="http://schemas.openxmlformats.org/officeDocument/2006/relationships/image" Target="../media/image53.png"/><Relationship Id="rId16" Type="http://schemas.openxmlformats.org/officeDocument/2006/relationships/image" Target="../media/image63.emf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7.png"/><Relationship Id="rId11" Type="http://schemas.openxmlformats.org/officeDocument/2006/relationships/image" Target="../media/image52.jpg"/><Relationship Id="rId5" Type="http://schemas.openxmlformats.org/officeDocument/2006/relationships/image" Target="../media/image56.png"/><Relationship Id="rId10" Type="http://schemas.openxmlformats.org/officeDocument/2006/relationships/image" Target="../media/image47.jpg"/><Relationship Id="rId4" Type="http://schemas.openxmlformats.org/officeDocument/2006/relationships/image" Target="../media/image55.png"/><Relationship Id="rId9" Type="http://schemas.openxmlformats.org/officeDocument/2006/relationships/image" Target="../media/image60.jp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image" Target="../media/image66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4.png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0.png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.bin"/><Relationship Id="rId13" Type="http://schemas.openxmlformats.org/officeDocument/2006/relationships/image" Target="../media/image74.wmf"/><Relationship Id="rId18" Type="http://schemas.openxmlformats.org/officeDocument/2006/relationships/oleObject" Target="../embeddings/oleObject9.bin"/><Relationship Id="rId3" Type="http://schemas.openxmlformats.org/officeDocument/2006/relationships/image" Target="../media/image69.wmf"/><Relationship Id="rId7" Type="http://schemas.openxmlformats.org/officeDocument/2006/relationships/image" Target="../media/image71.wmf"/><Relationship Id="rId12" Type="http://schemas.openxmlformats.org/officeDocument/2006/relationships/oleObject" Target="../embeddings/oleObject6.bin"/><Relationship Id="rId17" Type="http://schemas.openxmlformats.org/officeDocument/2006/relationships/image" Target="../media/image76.wmf"/><Relationship Id="rId2" Type="http://schemas.openxmlformats.org/officeDocument/2006/relationships/oleObject" Target="../embeddings/oleObject1.bin"/><Relationship Id="rId16" Type="http://schemas.openxmlformats.org/officeDocument/2006/relationships/oleObject" Target="../embeddings/oleObject8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3.bin"/><Relationship Id="rId11" Type="http://schemas.openxmlformats.org/officeDocument/2006/relationships/image" Target="../media/image73.wmf"/><Relationship Id="rId5" Type="http://schemas.openxmlformats.org/officeDocument/2006/relationships/image" Target="../media/image70.wmf"/><Relationship Id="rId15" Type="http://schemas.openxmlformats.org/officeDocument/2006/relationships/image" Target="../media/image75.wmf"/><Relationship Id="rId10" Type="http://schemas.openxmlformats.org/officeDocument/2006/relationships/oleObject" Target="../embeddings/oleObject5.bin"/><Relationship Id="rId19" Type="http://schemas.openxmlformats.org/officeDocument/2006/relationships/image" Target="../media/image77.wmf"/><Relationship Id="rId4" Type="http://schemas.openxmlformats.org/officeDocument/2006/relationships/oleObject" Target="../embeddings/oleObject2.bin"/><Relationship Id="rId9" Type="http://schemas.openxmlformats.org/officeDocument/2006/relationships/image" Target="../media/image72.wmf"/><Relationship Id="rId14" Type="http://schemas.openxmlformats.org/officeDocument/2006/relationships/oleObject" Target="../embeddings/oleObject7.bin"/></Relationships>
</file>

<file path=ppt/slides/_rels/slide30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15.bin"/><Relationship Id="rId18" Type="http://schemas.openxmlformats.org/officeDocument/2006/relationships/image" Target="../media/image85.wmf"/><Relationship Id="rId26" Type="http://schemas.openxmlformats.org/officeDocument/2006/relationships/image" Target="../media/image89.wmf"/><Relationship Id="rId21" Type="http://schemas.openxmlformats.org/officeDocument/2006/relationships/oleObject" Target="../embeddings/oleObject19.bin"/><Relationship Id="rId34" Type="http://schemas.openxmlformats.org/officeDocument/2006/relationships/image" Target="../media/image93.wmf"/><Relationship Id="rId7" Type="http://schemas.openxmlformats.org/officeDocument/2006/relationships/oleObject" Target="../embeddings/oleObject12.bin"/><Relationship Id="rId12" Type="http://schemas.openxmlformats.org/officeDocument/2006/relationships/image" Target="../media/image82.wmf"/><Relationship Id="rId17" Type="http://schemas.openxmlformats.org/officeDocument/2006/relationships/oleObject" Target="../embeddings/oleObject17.bin"/><Relationship Id="rId25" Type="http://schemas.openxmlformats.org/officeDocument/2006/relationships/oleObject" Target="../embeddings/oleObject21.bin"/><Relationship Id="rId33" Type="http://schemas.openxmlformats.org/officeDocument/2006/relationships/oleObject" Target="../embeddings/oleObject25.bin"/><Relationship Id="rId38" Type="http://schemas.openxmlformats.org/officeDocument/2006/relationships/image" Target="../media/image450.png"/><Relationship Id="rId2" Type="http://schemas.openxmlformats.org/officeDocument/2006/relationships/notesSlide" Target="../notesSlides/notesSlide10.xml"/><Relationship Id="rId16" Type="http://schemas.openxmlformats.org/officeDocument/2006/relationships/image" Target="../media/image84.wmf"/><Relationship Id="rId20" Type="http://schemas.openxmlformats.org/officeDocument/2006/relationships/image" Target="../media/image86.wmf"/><Relationship Id="rId29" Type="http://schemas.openxmlformats.org/officeDocument/2006/relationships/oleObject" Target="../embeddings/oleObject23.bin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9.wmf"/><Relationship Id="rId11" Type="http://schemas.openxmlformats.org/officeDocument/2006/relationships/oleObject" Target="../embeddings/oleObject14.bin"/><Relationship Id="rId24" Type="http://schemas.openxmlformats.org/officeDocument/2006/relationships/image" Target="../media/image88.wmf"/><Relationship Id="rId32" Type="http://schemas.openxmlformats.org/officeDocument/2006/relationships/image" Target="../media/image92.wmf"/><Relationship Id="rId5" Type="http://schemas.openxmlformats.org/officeDocument/2006/relationships/oleObject" Target="../embeddings/oleObject11.bin"/><Relationship Id="rId15" Type="http://schemas.openxmlformats.org/officeDocument/2006/relationships/oleObject" Target="../embeddings/oleObject16.bin"/><Relationship Id="rId23" Type="http://schemas.openxmlformats.org/officeDocument/2006/relationships/oleObject" Target="../embeddings/oleObject20.bin"/><Relationship Id="rId28" Type="http://schemas.openxmlformats.org/officeDocument/2006/relationships/image" Target="../media/image90.wmf"/><Relationship Id="rId36" Type="http://schemas.openxmlformats.org/officeDocument/2006/relationships/image" Target="../media/image94.wmf"/><Relationship Id="rId10" Type="http://schemas.openxmlformats.org/officeDocument/2006/relationships/image" Target="../media/image81.wmf"/><Relationship Id="rId19" Type="http://schemas.openxmlformats.org/officeDocument/2006/relationships/oleObject" Target="../embeddings/oleObject18.bin"/><Relationship Id="rId31" Type="http://schemas.openxmlformats.org/officeDocument/2006/relationships/oleObject" Target="../embeddings/oleObject24.bin"/><Relationship Id="rId4" Type="http://schemas.openxmlformats.org/officeDocument/2006/relationships/image" Target="../media/image78.wmf"/><Relationship Id="rId9" Type="http://schemas.openxmlformats.org/officeDocument/2006/relationships/oleObject" Target="../embeddings/oleObject13.bin"/><Relationship Id="rId14" Type="http://schemas.openxmlformats.org/officeDocument/2006/relationships/image" Target="../media/image83.wmf"/><Relationship Id="rId22" Type="http://schemas.openxmlformats.org/officeDocument/2006/relationships/image" Target="../media/image87.wmf"/><Relationship Id="rId27" Type="http://schemas.openxmlformats.org/officeDocument/2006/relationships/oleObject" Target="../embeddings/oleObject22.bin"/><Relationship Id="rId30" Type="http://schemas.openxmlformats.org/officeDocument/2006/relationships/image" Target="../media/image91.wmf"/><Relationship Id="rId35" Type="http://schemas.openxmlformats.org/officeDocument/2006/relationships/oleObject" Target="../embeddings/oleObject26.bin"/><Relationship Id="rId8" Type="http://schemas.openxmlformats.org/officeDocument/2006/relationships/image" Target="../media/image80.wmf"/><Relationship Id="rId3" Type="http://schemas.openxmlformats.org/officeDocument/2006/relationships/oleObject" Target="../embeddings/oleObject10.bin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0.png"/><Relationship Id="rId2" Type="http://schemas.openxmlformats.org/officeDocument/2006/relationships/image" Target="../media/image95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7.png"/><Relationship Id="rId4" Type="http://schemas.openxmlformats.org/officeDocument/2006/relationships/image" Target="../media/image290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8.png"/><Relationship Id="rId2" Type="http://schemas.openxmlformats.org/officeDocument/2006/relationships/image" Target="../media/image96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9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1.png"/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3.png"/><Relationship Id="rId2" Type="http://schemas.openxmlformats.org/officeDocument/2006/relationships/image" Target="../media/image102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4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6.png"/><Relationship Id="rId2" Type="http://schemas.openxmlformats.org/officeDocument/2006/relationships/image" Target="../media/image10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8.png"/><Relationship Id="rId4" Type="http://schemas.openxmlformats.org/officeDocument/2006/relationships/image" Target="../media/image107.png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9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2914650" y="3714750"/>
            <a:ext cx="4629150" cy="1143000"/>
          </a:xfrm>
        </p:spPr>
        <p:txBody>
          <a:bodyPr/>
          <a:lstStyle/>
          <a:p>
            <a:pPr fontAlgn="auto">
              <a:spcAft>
                <a:spcPts val="0"/>
              </a:spcAft>
              <a:defRPr/>
            </a:pPr>
            <a:b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Deep Neural Network</a:t>
            </a:r>
          </a:p>
        </p:txBody>
      </p:sp>
    </p:spTree>
    <p:extLst>
      <p:ext uri="{BB962C8B-B14F-4D97-AF65-F5344CB8AC3E}">
        <p14:creationId xmlns:p14="http://schemas.microsoft.com/office/powerpoint/2010/main" val="3645932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 idx="4294967295"/>
          </p:nvPr>
        </p:nvSpPr>
        <p:spPr>
          <a:xfrm>
            <a:off x="914400" y="443478"/>
            <a:ext cx="5944791" cy="5078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US" sz="2700" b="0" dirty="0">
                <a:latin typeface="Cambria" panose="02040503050406030204" pitchFamily="18" charset="0"/>
                <a:ea typeface="Cambria" panose="02040503050406030204" pitchFamily="18" charset="0"/>
                <a:cs typeface="+mn-cs"/>
              </a:rPr>
              <a:t>Deep Neural Network</a:t>
            </a:r>
            <a:endParaRPr sz="2700" b="0" dirty="0">
              <a:latin typeface="Cambria" panose="02040503050406030204" pitchFamily="18" charset="0"/>
              <a:ea typeface="Cambria" panose="02040503050406030204" pitchFamily="18" charset="0"/>
              <a:cs typeface="+mn-c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234786" y="4133140"/>
            <a:ext cx="6777644" cy="848137"/>
          </a:xfrm>
          <a:prstGeom prst="rect">
            <a:avLst/>
          </a:prstGeom>
        </p:spPr>
        <p:txBody>
          <a:bodyPr vert="horz" wrap="square" lIns="0" tIns="24595" rIns="0" bIns="0" rtlCol="0">
            <a:spAutoFit/>
          </a:bodyPr>
          <a:lstStyle/>
          <a:p>
            <a:pPr marL="99961" marR="29325" indent="-93969" algn="l" rtl="0" fontAlgn="base">
              <a:lnSpc>
                <a:spcPts val="1153"/>
              </a:lnSpc>
              <a:spcBef>
                <a:spcPts val="194"/>
              </a:spcBef>
              <a:spcAft>
                <a:spcPct val="0"/>
              </a:spcAft>
              <a:buFont typeface="Arial MT"/>
              <a:buChar char="•"/>
              <a:tabLst>
                <a:tab pos="100276" algn="l"/>
              </a:tabLst>
            </a:pPr>
            <a:r>
              <a:rPr sz="1200" kern="1200" spc="-2" dirty="0">
                <a:solidFill>
                  <a:prstClr val="black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The </a:t>
            </a:r>
            <a:r>
              <a:rPr sz="1200" kern="1200" spc="-8" dirty="0">
                <a:solidFill>
                  <a:prstClr val="black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content </a:t>
            </a:r>
            <a:r>
              <a:rPr sz="1200" kern="1200" spc="-10" dirty="0">
                <a:solidFill>
                  <a:prstClr val="black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for </a:t>
            </a:r>
            <a:r>
              <a:rPr sz="1200" kern="1200" spc="-2" dirty="0">
                <a:solidFill>
                  <a:prstClr val="black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these slides has been </a:t>
            </a:r>
            <a:r>
              <a:rPr sz="1200" kern="1200" spc="-5" dirty="0">
                <a:solidFill>
                  <a:prstClr val="black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obtained </a:t>
            </a:r>
            <a:r>
              <a:rPr sz="1200" kern="1200" spc="-8" dirty="0">
                <a:solidFill>
                  <a:prstClr val="black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from </a:t>
            </a:r>
            <a:r>
              <a:rPr sz="1200" kern="1200" spc="-5" dirty="0">
                <a:solidFill>
                  <a:prstClr val="black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books </a:t>
            </a:r>
            <a:r>
              <a:rPr sz="1200" kern="1200" spc="-2" dirty="0">
                <a:solidFill>
                  <a:prstClr val="black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and </a:t>
            </a:r>
            <a:r>
              <a:rPr sz="1200" kern="1200" spc="-5" dirty="0">
                <a:solidFill>
                  <a:prstClr val="black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various other </a:t>
            </a:r>
            <a:r>
              <a:rPr sz="1200" kern="1200" spc="-236" dirty="0">
                <a:solidFill>
                  <a:prstClr val="black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 </a:t>
            </a:r>
            <a:r>
              <a:rPr sz="1200" kern="1200" spc="-5" dirty="0">
                <a:solidFill>
                  <a:prstClr val="black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source</a:t>
            </a:r>
            <a:r>
              <a:rPr sz="1200" kern="1200" spc="-10" dirty="0">
                <a:solidFill>
                  <a:prstClr val="black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 </a:t>
            </a:r>
            <a:r>
              <a:rPr sz="1200" kern="1200" spc="-2" dirty="0">
                <a:solidFill>
                  <a:prstClr val="black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on the </a:t>
            </a:r>
            <a:r>
              <a:rPr sz="1200" kern="1200" spc="-8" dirty="0">
                <a:solidFill>
                  <a:prstClr val="black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Internet</a:t>
            </a:r>
            <a:endParaRPr sz="1200" kern="1200" dirty="0">
              <a:solidFill>
                <a:prstClr val="black"/>
              </a:solidFill>
              <a:latin typeface="Cambria" panose="02040503050406030204" pitchFamily="18" charset="0"/>
              <a:ea typeface="Cambria" panose="02040503050406030204" pitchFamily="18" charset="0"/>
              <a:cs typeface="Calibri"/>
            </a:endParaRPr>
          </a:p>
          <a:p>
            <a:pPr marL="99961" indent="-93969" algn="l" rtl="0" fontAlgn="base">
              <a:spcBef>
                <a:spcPts val="258"/>
              </a:spcBef>
              <a:spcAft>
                <a:spcPct val="0"/>
              </a:spcAft>
              <a:buFont typeface="Arial MT"/>
              <a:buChar char="•"/>
              <a:tabLst>
                <a:tab pos="100276" algn="l"/>
              </a:tabLst>
            </a:pPr>
            <a:r>
              <a:rPr sz="1200" kern="1200" spc="-2" dirty="0">
                <a:solidFill>
                  <a:prstClr val="black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I</a:t>
            </a:r>
            <a:r>
              <a:rPr sz="1200" kern="1200" dirty="0">
                <a:solidFill>
                  <a:prstClr val="black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 </a:t>
            </a:r>
            <a:r>
              <a:rPr sz="1200" kern="1200" spc="-8" dirty="0">
                <a:solidFill>
                  <a:prstClr val="black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here</a:t>
            </a:r>
            <a:r>
              <a:rPr sz="1200" kern="1200" dirty="0">
                <a:solidFill>
                  <a:prstClr val="black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 </a:t>
            </a:r>
            <a:r>
              <a:rPr sz="1200" kern="1200" spc="-5" dirty="0">
                <a:solidFill>
                  <a:prstClr val="black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by</a:t>
            </a:r>
            <a:r>
              <a:rPr sz="1200" kern="1200" spc="2" dirty="0">
                <a:solidFill>
                  <a:prstClr val="black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 </a:t>
            </a:r>
            <a:r>
              <a:rPr sz="1200" kern="1200" spc="-5" dirty="0">
                <a:solidFill>
                  <a:prstClr val="black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acknowledge</a:t>
            </a:r>
            <a:r>
              <a:rPr sz="1200" kern="1200" dirty="0">
                <a:solidFill>
                  <a:prstClr val="black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 </a:t>
            </a:r>
            <a:r>
              <a:rPr sz="1200" kern="1200" spc="-2" dirty="0">
                <a:solidFill>
                  <a:prstClr val="black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all</a:t>
            </a:r>
            <a:r>
              <a:rPr sz="1200" kern="1200" dirty="0">
                <a:solidFill>
                  <a:prstClr val="black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 </a:t>
            </a:r>
            <a:r>
              <a:rPr sz="1200" kern="1200" spc="-2" dirty="0">
                <a:solidFill>
                  <a:prstClr val="black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the</a:t>
            </a:r>
            <a:r>
              <a:rPr sz="1200" kern="1200" spc="2" dirty="0">
                <a:solidFill>
                  <a:prstClr val="black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 </a:t>
            </a:r>
            <a:r>
              <a:rPr sz="1200" kern="1200" spc="-8" dirty="0">
                <a:solidFill>
                  <a:prstClr val="black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contributors</a:t>
            </a:r>
            <a:r>
              <a:rPr sz="1200" kern="1200" dirty="0">
                <a:solidFill>
                  <a:prstClr val="black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 </a:t>
            </a:r>
            <a:r>
              <a:rPr sz="1200" kern="1200" spc="-10" dirty="0">
                <a:solidFill>
                  <a:prstClr val="black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for</a:t>
            </a:r>
            <a:r>
              <a:rPr sz="1200" kern="1200" dirty="0">
                <a:solidFill>
                  <a:prstClr val="black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 </a:t>
            </a:r>
            <a:r>
              <a:rPr sz="1200" kern="1200" spc="-2" dirty="0">
                <a:solidFill>
                  <a:prstClr val="black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their</a:t>
            </a:r>
            <a:r>
              <a:rPr sz="1200" kern="1200" dirty="0">
                <a:solidFill>
                  <a:prstClr val="black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 </a:t>
            </a:r>
            <a:r>
              <a:rPr sz="1200" kern="1200" spc="-5" dirty="0">
                <a:solidFill>
                  <a:prstClr val="black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material</a:t>
            </a:r>
            <a:r>
              <a:rPr sz="1200" kern="1200" dirty="0">
                <a:solidFill>
                  <a:prstClr val="black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 </a:t>
            </a:r>
            <a:r>
              <a:rPr sz="1200" kern="1200" spc="-2" dirty="0">
                <a:solidFill>
                  <a:prstClr val="black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and</a:t>
            </a:r>
            <a:r>
              <a:rPr sz="1200" kern="1200" spc="2" dirty="0">
                <a:solidFill>
                  <a:prstClr val="black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 </a:t>
            </a:r>
            <a:r>
              <a:rPr sz="1200" kern="1200" spc="-5" dirty="0">
                <a:solidFill>
                  <a:prstClr val="black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inputs.</a:t>
            </a:r>
            <a:endParaRPr sz="1200" kern="1200" dirty="0">
              <a:solidFill>
                <a:prstClr val="black"/>
              </a:solidFill>
              <a:latin typeface="Cambria" panose="02040503050406030204" pitchFamily="18" charset="0"/>
              <a:ea typeface="Cambria" panose="02040503050406030204" pitchFamily="18" charset="0"/>
              <a:cs typeface="Calibri"/>
            </a:endParaRPr>
          </a:p>
          <a:p>
            <a:pPr marL="99961" indent="-93969" algn="l" rtl="0" fontAlgn="base">
              <a:spcBef>
                <a:spcPts val="281"/>
              </a:spcBef>
              <a:spcAft>
                <a:spcPct val="0"/>
              </a:spcAft>
              <a:buFont typeface="Arial MT"/>
              <a:buChar char="•"/>
              <a:tabLst>
                <a:tab pos="100276" algn="l"/>
              </a:tabLst>
            </a:pPr>
            <a:r>
              <a:rPr sz="1200" kern="1200" spc="-2" dirty="0">
                <a:solidFill>
                  <a:prstClr val="black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I </a:t>
            </a:r>
            <a:r>
              <a:rPr sz="1200" kern="1200" spc="-10" dirty="0">
                <a:solidFill>
                  <a:prstClr val="black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have</a:t>
            </a:r>
            <a:r>
              <a:rPr sz="1200" kern="1200" spc="-2" dirty="0">
                <a:solidFill>
                  <a:prstClr val="black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 </a:t>
            </a:r>
            <a:r>
              <a:rPr sz="1200" kern="1200" spc="-5" dirty="0">
                <a:solidFill>
                  <a:prstClr val="black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provided</a:t>
            </a:r>
            <a:r>
              <a:rPr sz="1200" kern="1200" spc="-8" dirty="0">
                <a:solidFill>
                  <a:prstClr val="black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 </a:t>
            </a:r>
            <a:r>
              <a:rPr sz="1200" kern="1200" spc="-5" dirty="0">
                <a:solidFill>
                  <a:prstClr val="black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source</a:t>
            </a:r>
            <a:r>
              <a:rPr sz="1200" kern="1200" spc="-8" dirty="0">
                <a:solidFill>
                  <a:prstClr val="black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 information</a:t>
            </a:r>
            <a:r>
              <a:rPr sz="1200" kern="1200" spc="-2" dirty="0">
                <a:solidFill>
                  <a:prstClr val="black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 </a:t>
            </a:r>
            <a:r>
              <a:rPr sz="1200" kern="1200" spc="-8" dirty="0">
                <a:solidFill>
                  <a:prstClr val="black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wherever </a:t>
            </a:r>
            <a:r>
              <a:rPr sz="1200" kern="1200" spc="-2" dirty="0">
                <a:solidFill>
                  <a:prstClr val="black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necessary</a:t>
            </a:r>
            <a:endParaRPr sz="1200" kern="1200" dirty="0">
              <a:solidFill>
                <a:prstClr val="black"/>
              </a:solidFill>
              <a:latin typeface="Cambria" panose="02040503050406030204" pitchFamily="18" charset="0"/>
              <a:ea typeface="Cambria" panose="02040503050406030204" pitchFamily="18" charset="0"/>
              <a:cs typeface="Calibri"/>
            </a:endParaRPr>
          </a:p>
          <a:p>
            <a:pPr marL="99961" indent="-93969" algn="l" rtl="0" fontAlgn="base">
              <a:spcBef>
                <a:spcPts val="281"/>
              </a:spcBef>
              <a:spcAft>
                <a:spcPct val="0"/>
              </a:spcAft>
              <a:buFont typeface="Arial MT"/>
              <a:buChar char="•"/>
              <a:tabLst>
                <a:tab pos="100276" algn="l"/>
              </a:tabLst>
            </a:pPr>
            <a:r>
              <a:rPr sz="1200" kern="1200" spc="-2" dirty="0">
                <a:solidFill>
                  <a:prstClr val="black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I </a:t>
            </a:r>
            <a:r>
              <a:rPr sz="1200" kern="1200" spc="-10" dirty="0">
                <a:solidFill>
                  <a:prstClr val="black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have</a:t>
            </a:r>
            <a:r>
              <a:rPr sz="1200" kern="1200" spc="-2" dirty="0">
                <a:solidFill>
                  <a:prstClr val="black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 added</a:t>
            </a:r>
            <a:r>
              <a:rPr sz="1200" kern="1200" spc="-8" dirty="0">
                <a:solidFill>
                  <a:prstClr val="black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 </a:t>
            </a:r>
            <a:r>
              <a:rPr sz="1200" kern="1200" spc="-2" dirty="0">
                <a:solidFill>
                  <a:prstClr val="black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and </a:t>
            </a:r>
            <a:r>
              <a:rPr sz="1200" kern="1200" spc="-5" dirty="0">
                <a:solidFill>
                  <a:prstClr val="black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modified</a:t>
            </a:r>
            <a:r>
              <a:rPr sz="1200" kern="1200" spc="-8" dirty="0">
                <a:solidFill>
                  <a:prstClr val="black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 </a:t>
            </a:r>
            <a:r>
              <a:rPr sz="1200" kern="1200" spc="-2" dirty="0">
                <a:solidFill>
                  <a:prstClr val="black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the</a:t>
            </a:r>
            <a:r>
              <a:rPr sz="1200" kern="1200" spc="-8" dirty="0">
                <a:solidFill>
                  <a:prstClr val="black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 content to</a:t>
            </a:r>
            <a:r>
              <a:rPr sz="1200" kern="1200" spc="-2" dirty="0">
                <a:solidFill>
                  <a:prstClr val="black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 suit the</a:t>
            </a:r>
            <a:r>
              <a:rPr sz="1200" kern="1200" spc="-8" dirty="0">
                <a:solidFill>
                  <a:prstClr val="black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 </a:t>
            </a:r>
            <a:r>
              <a:rPr sz="1200" kern="1200" spc="-5" dirty="0">
                <a:solidFill>
                  <a:prstClr val="black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requirements</a:t>
            </a:r>
            <a:r>
              <a:rPr sz="1200" kern="1200" spc="-12" dirty="0">
                <a:solidFill>
                  <a:prstClr val="black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 </a:t>
            </a:r>
            <a:r>
              <a:rPr sz="1200" kern="1200" spc="-2" dirty="0">
                <a:solidFill>
                  <a:prstClr val="black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of the</a:t>
            </a:r>
            <a:r>
              <a:rPr sz="1200" kern="1200" spc="-8" dirty="0">
                <a:solidFill>
                  <a:prstClr val="black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 course</a:t>
            </a:r>
            <a:endParaRPr sz="1200" kern="1200" dirty="0">
              <a:solidFill>
                <a:prstClr val="black"/>
              </a:solidFill>
              <a:latin typeface="Cambria" panose="02040503050406030204" pitchFamily="18" charset="0"/>
              <a:ea typeface="Cambria" panose="02040503050406030204" pitchFamily="18" charset="0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943389" y="2171701"/>
            <a:ext cx="4274196" cy="233216"/>
          </a:xfrm>
          <a:prstGeom prst="rect">
            <a:avLst/>
          </a:prstGeom>
        </p:spPr>
        <p:txBody>
          <a:bodyPr vert="horz" wrap="square" lIns="0" tIns="7568" rIns="0" bIns="0" rtlCol="0">
            <a:spAutoFit/>
          </a:bodyPr>
          <a:lstStyle/>
          <a:p>
            <a:pPr marL="6306" algn="l" rtl="0" fontAlgn="base">
              <a:spcBef>
                <a:spcPts val="59"/>
              </a:spcBef>
              <a:spcAft>
                <a:spcPct val="0"/>
              </a:spcAft>
            </a:pPr>
            <a:r>
              <a:rPr sz="1466" kern="1200" spc="-8" dirty="0">
                <a:solidFill>
                  <a:srgbClr val="1C1572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 Light"/>
              </a:rPr>
              <a:t>Disclaimer</a:t>
            </a:r>
            <a:r>
              <a:rPr sz="1466" kern="1200" spc="-35" dirty="0">
                <a:solidFill>
                  <a:srgbClr val="1C1572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 Light"/>
              </a:rPr>
              <a:t> </a:t>
            </a:r>
            <a:r>
              <a:rPr sz="1466" kern="1200" spc="-5" dirty="0">
                <a:solidFill>
                  <a:srgbClr val="1C1572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 Light"/>
              </a:rPr>
              <a:t>and</a:t>
            </a:r>
            <a:r>
              <a:rPr sz="1466" kern="1200" spc="-35" dirty="0">
                <a:solidFill>
                  <a:srgbClr val="1C1572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 Light"/>
              </a:rPr>
              <a:t> </a:t>
            </a:r>
            <a:r>
              <a:rPr sz="1466" kern="1200" spc="-12" dirty="0">
                <a:solidFill>
                  <a:srgbClr val="1C1572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 Light"/>
              </a:rPr>
              <a:t>Acknowledgement</a:t>
            </a:r>
            <a:endParaRPr sz="1466" kern="1200" dirty="0">
              <a:solidFill>
                <a:prstClr val="black"/>
              </a:solidFill>
              <a:latin typeface="Cambria" panose="02040503050406030204" pitchFamily="18" charset="0"/>
              <a:ea typeface="Cambria" panose="02040503050406030204" pitchFamily="18" charset="0"/>
              <a:cs typeface="Calibri Light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756597" y="2823275"/>
            <a:ext cx="815403" cy="8914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72854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227463" y="1524000"/>
            <a:ext cx="8229600" cy="4525963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Cambria" panose="02040503050406030204" pitchFamily="18" charset="0"/>
                <a:ea typeface="Cambria" panose="02040503050406030204" pitchFamily="18" charset="0"/>
              </a:rPr>
              <a:t>Activation functions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Cambria" panose="02040503050406030204" pitchFamily="18" charset="0"/>
                <a:ea typeface="Cambria" panose="02040503050406030204" pitchFamily="18" charset="0"/>
              </a:rPr>
              <a:t>Weight initialization</a:t>
            </a:r>
            <a:endParaRPr lang="en-IN" sz="2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IN" sz="28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/>
        <p:txBody>
          <a:bodyPr vert="horz" lIns="91440" tIns="45720" rIns="91440" bIns="45720" rtlCol="0" anchor="ctr">
            <a:normAutofit fontScale="97500"/>
          </a:bodyPr>
          <a:lstStyle/>
          <a:p>
            <a:r>
              <a:rPr lang="en-US" sz="3600" b="0" dirty="0">
                <a:latin typeface="Cambria" panose="02040503050406030204" pitchFamily="18" charset="0"/>
                <a:ea typeface="Cambria" panose="02040503050406030204" pitchFamily="18" charset="0"/>
                <a:cs typeface="+mj-cs"/>
              </a:rPr>
              <a:t>Session Agenda</a:t>
            </a:r>
            <a:endParaRPr lang="en-IN" sz="3600" b="0" dirty="0">
              <a:latin typeface="Cambria" panose="02040503050406030204" pitchFamily="18" charset="0"/>
              <a:ea typeface="Cambria" panose="02040503050406030204" pitchFamily="18" charset="0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9857459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10"/>
          </p:nvPr>
        </p:nvSpPr>
        <p:spPr/>
        <p:txBody>
          <a:bodyPr>
            <a:noAutofit/>
          </a:bodyPr>
          <a:lstStyle/>
          <a:p>
            <a:pPr marL="299085" marR="5715" indent="-287020" algn="just">
              <a:lnSpc>
                <a:spcPct val="100000"/>
              </a:lnSpc>
              <a:spcBef>
                <a:spcPts val="100"/>
              </a:spcBef>
              <a:buChar char="•"/>
              <a:tabLst>
                <a:tab pos="299085" algn="l"/>
              </a:tabLst>
            </a:pPr>
            <a:r>
              <a:rPr lang="en-US" dirty="0">
                <a:solidFill>
                  <a:schemeClr val="tx1"/>
                </a:solidFill>
                <a:cs typeface="Arial MT"/>
              </a:rPr>
              <a:t>A</a:t>
            </a:r>
            <a:r>
              <a:rPr lang="en-US" spc="-50" dirty="0">
                <a:solidFill>
                  <a:schemeClr val="tx1"/>
                </a:solidFill>
                <a:cs typeface="Arial MT"/>
              </a:rPr>
              <a:t> </a:t>
            </a:r>
            <a:r>
              <a:rPr lang="en-US" dirty="0">
                <a:solidFill>
                  <a:schemeClr val="tx1"/>
                </a:solidFill>
                <a:cs typeface="Arial MT"/>
              </a:rPr>
              <a:t>nonlinear</a:t>
            </a:r>
            <a:r>
              <a:rPr lang="en-US" spc="40" dirty="0">
                <a:solidFill>
                  <a:schemeClr val="tx1"/>
                </a:solidFill>
                <a:cs typeface="Arial MT"/>
              </a:rPr>
              <a:t> </a:t>
            </a:r>
            <a:r>
              <a:rPr lang="en-US" spc="-10" dirty="0">
                <a:solidFill>
                  <a:schemeClr val="tx1"/>
                </a:solidFill>
                <a:cs typeface="Arial MT"/>
              </a:rPr>
              <a:t>Multi-</a:t>
            </a:r>
            <a:r>
              <a:rPr lang="en-US" dirty="0">
                <a:solidFill>
                  <a:schemeClr val="tx1"/>
                </a:solidFill>
                <a:cs typeface="Arial MT"/>
              </a:rPr>
              <a:t>Layer</a:t>
            </a:r>
            <a:r>
              <a:rPr lang="en-US" spc="45" dirty="0">
                <a:solidFill>
                  <a:schemeClr val="tx1"/>
                </a:solidFill>
                <a:cs typeface="Arial MT"/>
              </a:rPr>
              <a:t> </a:t>
            </a:r>
            <a:r>
              <a:rPr lang="en-US" dirty="0">
                <a:solidFill>
                  <a:schemeClr val="tx1"/>
                </a:solidFill>
                <a:cs typeface="Arial MT"/>
              </a:rPr>
              <a:t>Perceptron</a:t>
            </a:r>
            <a:r>
              <a:rPr lang="en-US" spc="45" dirty="0">
                <a:solidFill>
                  <a:schemeClr val="tx1"/>
                </a:solidFill>
                <a:cs typeface="Arial MT"/>
              </a:rPr>
              <a:t> </a:t>
            </a:r>
            <a:r>
              <a:rPr lang="en-US" dirty="0">
                <a:solidFill>
                  <a:schemeClr val="tx1"/>
                </a:solidFill>
                <a:cs typeface="Arial MT"/>
              </a:rPr>
              <a:t>(MLP)</a:t>
            </a:r>
            <a:r>
              <a:rPr lang="en-US" spc="40" dirty="0">
                <a:solidFill>
                  <a:schemeClr val="tx1"/>
                </a:solidFill>
                <a:cs typeface="Arial MT"/>
              </a:rPr>
              <a:t> </a:t>
            </a:r>
            <a:r>
              <a:rPr lang="en-US" dirty="0">
                <a:solidFill>
                  <a:schemeClr val="tx1"/>
                </a:solidFill>
                <a:cs typeface="Arial MT"/>
              </a:rPr>
              <a:t>is</a:t>
            </a:r>
            <a:r>
              <a:rPr lang="en-US" spc="35" dirty="0">
                <a:solidFill>
                  <a:schemeClr val="tx1"/>
                </a:solidFill>
                <a:cs typeface="Arial MT"/>
              </a:rPr>
              <a:t> </a:t>
            </a:r>
            <a:r>
              <a:rPr lang="en-US" dirty="0">
                <a:solidFill>
                  <a:schemeClr val="tx1"/>
                </a:solidFill>
                <a:cs typeface="Arial MT"/>
              </a:rPr>
              <a:t>a</a:t>
            </a:r>
            <a:r>
              <a:rPr lang="en-US" spc="40" dirty="0">
                <a:solidFill>
                  <a:schemeClr val="tx1"/>
                </a:solidFill>
                <a:cs typeface="Arial MT"/>
              </a:rPr>
              <a:t> </a:t>
            </a:r>
            <a:r>
              <a:rPr lang="en-US" dirty="0">
                <a:solidFill>
                  <a:schemeClr val="tx1"/>
                </a:solidFill>
                <a:cs typeface="Arial MT"/>
              </a:rPr>
              <a:t>type</a:t>
            </a:r>
            <a:r>
              <a:rPr lang="en-US" spc="30" dirty="0">
                <a:solidFill>
                  <a:schemeClr val="tx1"/>
                </a:solidFill>
                <a:cs typeface="Arial MT"/>
              </a:rPr>
              <a:t> </a:t>
            </a:r>
            <a:r>
              <a:rPr lang="en-US" dirty="0">
                <a:solidFill>
                  <a:schemeClr val="tx1"/>
                </a:solidFill>
                <a:cs typeface="Arial MT"/>
              </a:rPr>
              <a:t>of</a:t>
            </a:r>
            <a:r>
              <a:rPr lang="en-US" spc="50" dirty="0">
                <a:solidFill>
                  <a:schemeClr val="tx1"/>
                </a:solidFill>
                <a:cs typeface="Arial MT"/>
              </a:rPr>
              <a:t> </a:t>
            </a:r>
            <a:r>
              <a:rPr lang="en-US" dirty="0">
                <a:solidFill>
                  <a:schemeClr val="tx1"/>
                </a:solidFill>
                <a:cs typeface="Arial MT"/>
              </a:rPr>
              <a:t>neural</a:t>
            </a:r>
            <a:r>
              <a:rPr lang="en-US" spc="50" dirty="0">
                <a:solidFill>
                  <a:schemeClr val="tx1"/>
                </a:solidFill>
                <a:cs typeface="Arial MT"/>
              </a:rPr>
              <a:t> </a:t>
            </a:r>
            <a:r>
              <a:rPr lang="en-US" dirty="0">
                <a:solidFill>
                  <a:schemeClr val="tx1"/>
                </a:solidFill>
                <a:cs typeface="Arial MT"/>
              </a:rPr>
              <a:t>network</a:t>
            </a:r>
            <a:r>
              <a:rPr lang="en-US" spc="55" dirty="0">
                <a:solidFill>
                  <a:schemeClr val="tx1"/>
                </a:solidFill>
                <a:cs typeface="Arial MT"/>
              </a:rPr>
              <a:t> </a:t>
            </a:r>
            <a:r>
              <a:rPr lang="en-US" dirty="0">
                <a:solidFill>
                  <a:schemeClr val="tx1"/>
                </a:solidFill>
                <a:cs typeface="Arial MT"/>
              </a:rPr>
              <a:t>with</a:t>
            </a:r>
            <a:r>
              <a:rPr lang="en-US" spc="40" dirty="0">
                <a:solidFill>
                  <a:schemeClr val="tx1"/>
                </a:solidFill>
                <a:cs typeface="Arial MT"/>
              </a:rPr>
              <a:t> </a:t>
            </a:r>
            <a:r>
              <a:rPr lang="en-US" spc="-10" dirty="0">
                <a:solidFill>
                  <a:schemeClr val="tx1"/>
                </a:solidFill>
                <a:cs typeface="Arial MT"/>
              </a:rPr>
              <a:t>multiple </a:t>
            </a:r>
            <a:r>
              <a:rPr lang="en-US" dirty="0">
                <a:solidFill>
                  <a:schemeClr val="tx1"/>
                </a:solidFill>
                <a:cs typeface="Arial MT"/>
              </a:rPr>
              <a:t>layers</a:t>
            </a:r>
            <a:r>
              <a:rPr lang="en-US" spc="-15" dirty="0">
                <a:solidFill>
                  <a:schemeClr val="tx1"/>
                </a:solidFill>
                <a:cs typeface="Arial MT"/>
              </a:rPr>
              <a:t> </a:t>
            </a:r>
            <a:r>
              <a:rPr lang="en-US" dirty="0">
                <a:solidFill>
                  <a:schemeClr val="tx1"/>
                </a:solidFill>
                <a:cs typeface="Arial MT"/>
              </a:rPr>
              <a:t>and</a:t>
            </a:r>
            <a:r>
              <a:rPr lang="en-US" spc="-45" dirty="0">
                <a:solidFill>
                  <a:schemeClr val="tx1"/>
                </a:solidFill>
                <a:cs typeface="Arial MT"/>
              </a:rPr>
              <a:t> </a:t>
            </a:r>
            <a:r>
              <a:rPr lang="en-US" dirty="0">
                <a:solidFill>
                  <a:schemeClr val="tx1"/>
                </a:solidFill>
                <a:cs typeface="Arial MT"/>
              </a:rPr>
              <a:t>nonlinear</a:t>
            </a:r>
            <a:r>
              <a:rPr lang="en-US" spc="-5" dirty="0">
                <a:solidFill>
                  <a:schemeClr val="tx1"/>
                </a:solidFill>
                <a:cs typeface="Arial MT"/>
              </a:rPr>
              <a:t> </a:t>
            </a:r>
            <a:r>
              <a:rPr lang="en-US" dirty="0">
                <a:solidFill>
                  <a:schemeClr val="tx1"/>
                </a:solidFill>
                <a:cs typeface="Arial MT"/>
              </a:rPr>
              <a:t>activation</a:t>
            </a:r>
            <a:r>
              <a:rPr lang="en-US" spc="-40" dirty="0">
                <a:solidFill>
                  <a:schemeClr val="tx1"/>
                </a:solidFill>
                <a:cs typeface="Arial MT"/>
              </a:rPr>
              <a:t> </a:t>
            </a:r>
            <a:r>
              <a:rPr lang="en-US" spc="-10" dirty="0">
                <a:solidFill>
                  <a:schemeClr val="tx1"/>
                </a:solidFill>
                <a:cs typeface="Arial MT"/>
              </a:rPr>
              <a:t>functions.</a:t>
            </a:r>
            <a:endParaRPr lang="en-US" dirty="0">
              <a:solidFill>
                <a:schemeClr val="tx1"/>
              </a:solidFill>
              <a:cs typeface="Arial MT"/>
            </a:endParaRPr>
          </a:p>
          <a:p>
            <a:pPr marL="299085" marR="5080" indent="-287020" algn="just">
              <a:lnSpc>
                <a:spcPct val="100000"/>
              </a:lnSpc>
              <a:buChar char="•"/>
              <a:tabLst>
                <a:tab pos="299085" algn="l"/>
                <a:tab pos="361950" algn="l"/>
              </a:tabLst>
            </a:pPr>
            <a:r>
              <a:rPr lang="en-US" dirty="0">
                <a:solidFill>
                  <a:schemeClr val="tx1"/>
                </a:solidFill>
                <a:cs typeface="Arial MT"/>
              </a:rPr>
              <a:t>	In</a:t>
            </a:r>
            <a:r>
              <a:rPr lang="en-US" spc="80" dirty="0">
                <a:solidFill>
                  <a:schemeClr val="tx1"/>
                </a:solidFill>
                <a:cs typeface="Arial MT"/>
              </a:rPr>
              <a:t> </a:t>
            </a:r>
            <a:r>
              <a:rPr lang="en-US" dirty="0">
                <a:solidFill>
                  <a:schemeClr val="tx1"/>
                </a:solidFill>
                <a:cs typeface="Arial MT"/>
              </a:rPr>
              <a:t>contrast</a:t>
            </a:r>
            <a:r>
              <a:rPr lang="en-US" spc="85" dirty="0">
                <a:solidFill>
                  <a:schemeClr val="tx1"/>
                </a:solidFill>
                <a:cs typeface="Arial MT"/>
              </a:rPr>
              <a:t> </a:t>
            </a:r>
            <a:r>
              <a:rPr lang="en-US" dirty="0">
                <a:solidFill>
                  <a:schemeClr val="tx1"/>
                </a:solidFill>
                <a:cs typeface="Arial MT"/>
              </a:rPr>
              <a:t>to</a:t>
            </a:r>
            <a:r>
              <a:rPr lang="en-US" spc="65" dirty="0">
                <a:solidFill>
                  <a:schemeClr val="tx1"/>
                </a:solidFill>
                <a:cs typeface="Arial MT"/>
              </a:rPr>
              <a:t> </a:t>
            </a:r>
            <a:r>
              <a:rPr lang="en-US" dirty="0">
                <a:solidFill>
                  <a:schemeClr val="tx1"/>
                </a:solidFill>
                <a:cs typeface="Arial MT"/>
              </a:rPr>
              <a:t>a</a:t>
            </a:r>
            <a:r>
              <a:rPr lang="en-US" spc="75" dirty="0">
                <a:solidFill>
                  <a:schemeClr val="tx1"/>
                </a:solidFill>
                <a:cs typeface="Arial MT"/>
              </a:rPr>
              <a:t> </a:t>
            </a:r>
            <a:r>
              <a:rPr lang="en-US" dirty="0">
                <a:solidFill>
                  <a:schemeClr val="tx1"/>
                </a:solidFill>
                <a:cs typeface="Arial MT"/>
              </a:rPr>
              <a:t>linear</a:t>
            </a:r>
            <a:r>
              <a:rPr lang="en-US" spc="80" dirty="0">
                <a:solidFill>
                  <a:schemeClr val="tx1"/>
                </a:solidFill>
                <a:cs typeface="Arial MT"/>
              </a:rPr>
              <a:t> </a:t>
            </a:r>
            <a:r>
              <a:rPr lang="en-US" dirty="0">
                <a:solidFill>
                  <a:schemeClr val="tx1"/>
                </a:solidFill>
                <a:cs typeface="Arial MT"/>
              </a:rPr>
              <a:t>model,</a:t>
            </a:r>
            <a:r>
              <a:rPr lang="en-US" spc="110" dirty="0">
                <a:solidFill>
                  <a:schemeClr val="tx1"/>
                </a:solidFill>
                <a:cs typeface="Arial MT"/>
              </a:rPr>
              <a:t> </a:t>
            </a:r>
            <a:r>
              <a:rPr lang="en-US" dirty="0">
                <a:solidFill>
                  <a:schemeClr val="tx1"/>
                </a:solidFill>
                <a:cs typeface="Arial MT"/>
              </a:rPr>
              <a:t>which</a:t>
            </a:r>
            <a:r>
              <a:rPr lang="en-US" spc="75" dirty="0">
                <a:solidFill>
                  <a:schemeClr val="tx1"/>
                </a:solidFill>
                <a:cs typeface="Arial MT"/>
              </a:rPr>
              <a:t> </a:t>
            </a:r>
            <a:r>
              <a:rPr lang="en-US" dirty="0">
                <a:solidFill>
                  <a:schemeClr val="tx1"/>
                </a:solidFill>
                <a:cs typeface="Arial MT"/>
              </a:rPr>
              <a:t>can</a:t>
            </a:r>
            <a:r>
              <a:rPr lang="en-US" spc="80" dirty="0">
                <a:solidFill>
                  <a:schemeClr val="tx1"/>
                </a:solidFill>
                <a:cs typeface="Arial MT"/>
              </a:rPr>
              <a:t> </a:t>
            </a:r>
            <a:r>
              <a:rPr lang="en-US" dirty="0">
                <a:solidFill>
                  <a:schemeClr val="tx1"/>
                </a:solidFill>
                <a:cs typeface="Arial MT"/>
              </a:rPr>
              <a:t>only</a:t>
            </a:r>
            <a:r>
              <a:rPr lang="en-US" spc="70" dirty="0">
                <a:solidFill>
                  <a:schemeClr val="tx1"/>
                </a:solidFill>
                <a:cs typeface="Arial MT"/>
              </a:rPr>
              <a:t> </a:t>
            </a:r>
            <a:r>
              <a:rPr lang="en-US" dirty="0">
                <a:solidFill>
                  <a:schemeClr val="tx1"/>
                </a:solidFill>
                <a:cs typeface="Arial MT"/>
              </a:rPr>
              <a:t>model</a:t>
            </a:r>
            <a:r>
              <a:rPr lang="en-US" spc="80" dirty="0">
                <a:solidFill>
                  <a:schemeClr val="tx1"/>
                </a:solidFill>
                <a:cs typeface="Arial MT"/>
              </a:rPr>
              <a:t> </a:t>
            </a:r>
            <a:r>
              <a:rPr lang="en-US" dirty="0">
                <a:solidFill>
                  <a:schemeClr val="tx1"/>
                </a:solidFill>
                <a:cs typeface="Arial MT"/>
              </a:rPr>
              <a:t>linear</a:t>
            </a:r>
            <a:r>
              <a:rPr lang="en-US" spc="95" dirty="0">
                <a:solidFill>
                  <a:schemeClr val="tx1"/>
                </a:solidFill>
                <a:cs typeface="Arial MT"/>
              </a:rPr>
              <a:t> </a:t>
            </a:r>
            <a:r>
              <a:rPr lang="en-US" dirty="0">
                <a:solidFill>
                  <a:schemeClr val="tx1"/>
                </a:solidFill>
                <a:cs typeface="Arial MT"/>
              </a:rPr>
              <a:t>relationships</a:t>
            </a:r>
            <a:r>
              <a:rPr lang="en-US" spc="80" dirty="0">
                <a:solidFill>
                  <a:schemeClr val="tx1"/>
                </a:solidFill>
                <a:cs typeface="Arial MT"/>
              </a:rPr>
              <a:t> </a:t>
            </a:r>
            <a:r>
              <a:rPr lang="en-US" dirty="0">
                <a:solidFill>
                  <a:schemeClr val="tx1"/>
                </a:solidFill>
                <a:cs typeface="Arial MT"/>
              </a:rPr>
              <a:t>in</a:t>
            </a:r>
            <a:r>
              <a:rPr lang="en-US" spc="90" dirty="0">
                <a:solidFill>
                  <a:schemeClr val="tx1"/>
                </a:solidFill>
                <a:cs typeface="Arial MT"/>
              </a:rPr>
              <a:t> </a:t>
            </a:r>
            <a:r>
              <a:rPr lang="en-US" dirty="0">
                <a:solidFill>
                  <a:schemeClr val="tx1"/>
                </a:solidFill>
                <a:cs typeface="Arial MT"/>
              </a:rPr>
              <a:t>data,</a:t>
            </a:r>
            <a:r>
              <a:rPr lang="en-US" spc="75" dirty="0">
                <a:solidFill>
                  <a:schemeClr val="tx1"/>
                </a:solidFill>
                <a:cs typeface="Arial MT"/>
              </a:rPr>
              <a:t> </a:t>
            </a:r>
            <a:r>
              <a:rPr lang="en-US" spc="-50" dirty="0">
                <a:solidFill>
                  <a:schemeClr val="tx1"/>
                </a:solidFill>
                <a:cs typeface="Arial MT"/>
              </a:rPr>
              <a:t>a </a:t>
            </a:r>
            <a:r>
              <a:rPr lang="en-US" dirty="0">
                <a:solidFill>
                  <a:schemeClr val="tx1"/>
                </a:solidFill>
                <a:cs typeface="Arial MT"/>
              </a:rPr>
              <a:t>nonlinear</a:t>
            </a:r>
            <a:r>
              <a:rPr lang="en-US" spc="50" dirty="0">
                <a:solidFill>
                  <a:schemeClr val="tx1"/>
                </a:solidFill>
                <a:cs typeface="Arial MT"/>
              </a:rPr>
              <a:t> </a:t>
            </a:r>
            <a:r>
              <a:rPr lang="en-US" dirty="0">
                <a:solidFill>
                  <a:schemeClr val="tx1"/>
                </a:solidFill>
                <a:cs typeface="Arial MT"/>
              </a:rPr>
              <a:t>MLP</a:t>
            </a:r>
            <a:r>
              <a:rPr lang="en-US" spc="35" dirty="0">
                <a:solidFill>
                  <a:schemeClr val="tx1"/>
                </a:solidFill>
                <a:cs typeface="Arial MT"/>
              </a:rPr>
              <a:t> </a:t>
            </a:r>
            <a:r>
              <a:rPr lang="en-US" dirty="0">
                <a:solidFill>
                  <a:schemeClr val="tx1"/>
                </a:solidFill>
                <a:cs typeface="Arial MT"/>
              </a:rPr>
              <a:t>can</a:t>
            </a:r>
            <a:r>
              <a:rPr lang="en-US" spc="45" dirty="0">
                <a:solidFill>
                  <a:schemeClr val="tx1"/>
                </a:solidFill>
                <a:cs typeface="Arial MT"/>
              </a:rPr>
              <a:t> </a:t>
            </a:r>
            <a:r>
              <a:rPr lang="en-US" dirty="0">
                <a:solidFill>
                  <a:schemeClr val="tx1"/>
                </a:solidFill>
                <a:cs typeface="Arial MT"/>
              </a:rPr>
              <a:t>capture</a:t>
            </a:r>
            <a:r>
              <a:rPr lang="en-US" spc="40" dirty="0">
                <a:solidFill>
                  <a:schemeClr val="tx1"/>
                </a:solidFill>
                <a:cs typeface="Arial MT"/>
              </a:rPr>
              <a:t> </a:t>
            </a:r>
            <a:r>
              <a:rPr lang="en-US" dirty="0">
                <a:solidFill>
                  <a:schemeClr val="tx1"/>
                </a:solidFill>
                <a:cs typeface="Arial MT"/>
              </a:rPr>
              <a:t>complex,</a:t>
            </a:r>
            <a:r>
              <a:rPr lang="en-US" spc="65" dirty="0">
                <a:solidFill>
                  <a:schemeClr val="tx1"/>
                </a:solidFill>
                <a:cs typeface="Arial MT"/>
              </a:rPr>
              <a:t> </a:t>
            </a:r>
            <a:r>
              <a:rPr lang="en-US" dirty="0">
                <a:solidFill>
                  <a:schemeClr val="tx1"/>
                </a:solidFill>
                <a:cs typeface="Arial MT"/>
              </a:rPr>
              <a:t>nonlinear</a:t>
            </a:r>
            <a:r>
              <a:rPr lang="en-US" spc="50" dirty="0">
                <a:solidFill>
                  <a:schemeClr val="tx1"/>
                </a:solidFill>
                <a:cs typeface="Arial MT"/>
              </a:rPr>
              <a:t> </a:t>
            </a:r>
            <a:r>
              <a:rPr lang="en-US" dirty="0">
                <a:solidFill>
                  <a:schemeClr val="tx1"/>
                </a:solidFill>
                <a:cs typeface="Arial MT"/>
              </a:rPr>
              <a:t>patterns</a:t>
            </a:r>
            <a:r>
              <a:rPr lang="en-US" spc="60" dirty="0">
                <a:solidFill>
                  <a:schemeClr val="tx1"/>
                </a:solidFill>
                <a:cs typeface="Arial MT"/>
              </a:rPr>
              <a:t> </a:t>
            </a:r>
            <a:r>
              <a:rPr lang="en-US" dirty="0">
                <a:solidFill>
                  <a:schemeClr val="tx1"/>
                </a:solidFill>
                <a:cs typeface="Arial MT"/>
              </a:rPr>
              <a:t>and</a:t>
            </a:r>
            <a:r>
              <a:rPr lang="en-US" spc="65" dirty="0">
                <a:solidFill>
                  <a:schemeClr val="tx1"/>
                </a:solidFill>
                <a:cs typeface="Arial MT"/>
              </a:rPr>
              <a:t> </a:t>
            </a:r>
            <a:r>
              <a:rPr lang="en-US" dirty="0">
                <a:solidFill>
                  <a:schemeClr val="tx1"/>
                </a:solidFill>
                <a:cs typeface="Arial MT"/>
              </a:rPr>
              <a:t>relationships.</a:t>
            </a:r>
            <a:r>
              <a:rPr lang="en-US" spc="60" dirty="0">
                <a:solidFill>
                  <a:schemeClr val="tx1"/>
                </a:solidFill>
                <a:cs typeface="Arial MT"/>
              </a:rPr>
              <a:t> </a:t>
            </a:r>
          </a:p>
          <a:p>
            <a:pPr marL="299085" marR="5080" indent="-287020" algn="just">
              <a:buFontTx/>
              <a:buChar char="•"/>
              <a:tabLst>
                <a:tab pos="299085" algn="l"/>
                <a:tab pos="361950" algn="l"/>
              </a:tabLst>
            </a:pPr>
            <a:r>
              <a:rPr lang="en-US" dirty="0">
                <a:solidFill>
                  <a:schemeClr val="tx1"/>
                </a:solidFill>
                <a:cs typeface="Arial MT"/>
              </a:rPr>
              <a:t>These</a:t>
            </a:r>
            <a:r>
              <a:rPr lang="en-US" spc="420" dirty="0">
                <a:solidFill>
                  <a:schemeClr val="tx1"/>
                </a:solidFill>
                <a:cs typeface="Arial MT"/>
              </a:rPr>
              <a:t> </a:t>
            </a:r>
            <a:r>
              <a:rPr lang="en-US" spc="-10" dirty="0">
                <a:solidFill>
                  <a:schemeClr val="tx1"/>
                </a:solidFill>
                <a:cs typeface="Arial MT"/>
              </a:rPr>
              <a:t>activation </a:t>
            </a:r>
            <a:r>
              <a:rPr lang="en-US" dirty="0">
                <a:solidFill>
                  <a:schemeClr val="tx1"/>
                </a:solidFill>
                <a:cs typeface="Arial MT"/>
              </a:rPr>
              <a:t>functions</a:t>
            </a:r>
            <a:r>
              <a:rPr lang="en-US" spc="105" dirty="0">
                <a:solidFill>
                  <a:schemeClr val="tx1"/>
                </a:solidFill>
                <a:cs typeface="Arial MT"/>
              </a:rPr>
              <a:t> </a:t>
            </a:r>
            <a:r>
              <a:rPr lang="en-US" dirty="0">
                <a:solidFill>
                  <a:schemeClr val="tx1"/>
                </a:solidFill>
                <a:cs typeface="Arial MT"/>
              </a:rPr>
              <a:t>allow</a:t>
            </a:r>
            <a:r>
              <a:rPr lang="en-US" spc="105" dirty="0">
                <a:solidFill>
                  <a:schemeClr val="tx1"/>
                </a:solidFill>
                <a:cs typeface="Arial MT"/>
              </a:rPr>
              <a:t> </a:t>
            </a:r>
            <a:r>
              <a:rPr lang="en-US" dirty="0">
                <a:solidFill>
                  <a:schemeClr val="tx1"/>
                </a:solidFill>
                <a:cs typeface="Arial MT"/>
              </a:rPr>
              <a:t>the</a:t>
            </a:r>
            <a:r>
              <a:rPr lang="en-US" spc="105" dirty="0">
                <a:solidFill>
                  <a:schemeClr val="tx1"/>
                </a:solidFill>
                <a:cs typeface="Arial MT"/>
              </a:rPr>
              <a:t> </a:t>
            </a:r>
            <a:r>
              <a:rPr lang="en-US" dirty="0">
                <a:solidFill>
                  <a:schemeClr val="tx1"/>
                </a:solidFill>
                <a:cs typeface="Arial MT"/>
              </a:rPr>
              <a:t>network</a:t>
            </a:r>
            <a:r>
              <a:rPr lang="en-US" spc="120" dirty="0">
                <a:solidFill>
                  <a:schemeClr val="tx1"/>
                </a:solidFill>
                <a:cs typeface="Arial MT"/>
              </a:rPr>
              <a:t> </a:t>
            </a:r>
            <a:r>
              <a:rPr lang="en-US" dirty="0">
                <a:solidFill>
                  <a:schemeClr val="tx1"/>
                </a:solidFill>
                <a:cs typeface="Arial MT"/>
              </a:rPr>
              <a:t>to</a:t>
            </a:r>
            <a:r>
              <a:rPr lang="en-US" spc="114" dirty="0">
                <a:solidFill>
                  <a:schemeClr val="tx1"/>
                </a:solidFill>
                <a:cs typeface="Arial MT"/>
              </a:rPr>
              <a:t> </a:t>
            </a:r>
            <a:r>
              <a:rPr lang="en-US" dirty="0">
                <a:solidFill>
                  <a:schemeClr val="tx1"/>
                </a:solidFill>
                <a:cs typeface="Arial MT"/>
              </a:rPr>
              <a:t>model</a:t>
            </a:r>
            <a:r>
              <a:rPr lang="en-US" spc="110" dirty="0">
                <a:solidFill>
                  <a:schemeClr val="tx1"/>
                </a:solidFill>
                <a:cs typeface="Arial MT"/>
              </a:rPr>
              <a:t> </a:t>
            </a:r>
            <a:r>
              <a:rPr lang="en-US" dirty="0">
                <a:solidFill>
                  <a:schemeClr val="tx1"/>
                </a:solidFill>
                <a:cs typeface="Arial MT"/>
              </a:rPr>
              <a:t>complex</a:t>
            </a:r>
            <a:r>
              <a:rPr lang="en-US" spc="110" dirty="0">
                <a:solidFill>
                  <a:schemeClr val="tx1"/>
                </a:solidFill>
                <a:cs typeface="Arial MT"/>
              </a:rPr>
              <a:t> </a:t>
            </a:r>
            <a:r>
              <a:rPr lang="en-US" dirty="0">
                <a:solidFill>
                  <a:schemeClr val="tx1"/>
                </a:solidFill>
                <a:cs typeface="Arial MT"/>
              </a:rPr>
              <a:t>relationships</a:t>
            </a:r>
            <a:r>
              <a:rPr lang="en-US" spc="120" dirty="0">
                <a:solidFill>
                  <a:schemeClr val="tx1"/>
                </a:solidFill>
                <a:cs typeface="Arial MT"/>
              </a:rPr>
              <a:t> </a:t>
            </a:r>
            <a:r>
              <a:rPr lang="en-US" dirty="0">
                <a:solidFill>
                  <a:schemeClr val="tx1"/>
                </a:solidFill>
                <a:cs typeface="Arial MT"/>
              </a:rPr>
              <a:t>in</a:t>
            </a:r>
            <a:r>
              <a:rPr lang="en-US" spc="114" dirty="0">
                <a:solidFill>
                  <a:schemeClr val="tx1"/>
                </a:solidFill>
                <a:cs typeface="Arial MT"/>
              </a:rPr>
              <a:t> </a:t>
            </a:r>
            <a:r>
              <a:rPr lang="en-US" dirty="0">
                <a:solidFill>
                  <a:schemeClr val="tx1"/>
                </a:solidFill>
                <a:cs typeface="Arial MT"/>
              </a:rPr>
              <a:t>the</a:t>
            </a:r>
            <a:r>
              <a:rPr lang="en-US" spc="105" dirty="0">
                <a:solidFill>
                  <a:schemeClr val="tx1"/>
                </a:solidFill>
                <a:cs typeface="Arial MT"/>
              </a:rPr>
              <a:t> </a:t>
            </a:r>
            <a:r>
              <a:rPr lang="en-US" dirty="0">
                <a:solidFill>
                  <a:schemeClr val="tx1"/>
                </a:solidFill>
                <a:cs typeface="Arial MT"/>
              </a:rPr>
              <a:t>data</a:t>
            </a:r>
            <a:r>
              <a:rPr lang="en-US" spc="114" dirty="0">
                <a:solidFill>
                  <a:schemeClr val="tx1"/>
                </a:solidFill>
                <a:cs typeface="Arial MT"/>
              </a:rPr>
              <a:t> </a:t>
            </a:r>
            <a:r>
              <a:rPr lang="en-US" dirty="0">
                <a:solidFill>
                  <a:schemeClr val="tx1"/>
                </a:solidFill>
                <a:cs typeface="Arial MT"/>
              </a:rPr>
              <a:t>that</a:t>
            </a:r>
            <a:r>
              <a:rPr lang="en-US" spc="135" dirty="0">
                <a:solidFill>
                  <a:schemeClr val="tx1"/>
                </a:solidFill>
                <a:cs typeface="Arial MT"/>
              </a:rPr>
              <a:t> </a:t>
            </a:r>
            <a:r>
              <a:rPr lang="en-US" spc="-10" dirty="0">
                <a:solidFill>
                  <a:schemeClr val="tx1"/>
                </a:solidFill>
                <a:cs typeface="Arial MT"/>
              </a:rPr>
              <a:t>wouldn't </a:t>
            </a:r>
            <a:r>
              <a:rPr lang="en-US" dirty="0">
                <a:solidFill>
                  <a:schemeClr val="tx1"/>
                </a:solidFill>
                <a:cs typeface="Arial MT"/>
              </a:rPr>
              <a:t>be</a:t>
            </a:r>
            <a:r>
              <a:rPr lang="en-US" spc="-50" dirty="0">
                <a:solidFill>
                  <a:schemeClr val="tx1"/>
                </a:solidFill>
                <a:cs typeface="Arial MT"/>
              </a:rPr>
              <a:t> </a:t>
            </a:r>
            <a:r>
              <a:rPr lang="en-US" dirty="0">
                <a:solidFill>
                  <a:schemeClr val="tx1"/>
                </a:solidFill>
                <a:cs typeface="Arial MT"/>
              </a:rPr>
              <a:t>possible</a:t>
            </a:r>
            <a:r>
              <a:rPr lang="en-US" spc="-35" dirty="0">
                <a:solidFill>
                  <a:schemeClr val="tx1"/>
                </a:solidFill>
                <a:cs typeface="Arial MT"/>
              </a:rPr>
              <a:t> </a:t>
            </a:r>
            <a:r>
              <a:rPr lang="en-US" dirty="0">
                <a:solidFill>
                  <a:schemeClr val="tx1"/>
                </a:solidFill>
                <a:cs typeface="Arial MT"/>
              </a:rPr>
              <a:t>with</a:t>
            </a:r>
            <a:r>
              <a:rPr lang="en-US" spc="-10" dirty="0">
                <a:solidFill>
                  <a:schemeClr val="tx1"/>
                </a:solidFill>
                <a:cs typeface="Arial MT"/>
              </a:rPr>
              <a:t> </a:t>
            </a:r>
            <a:r>
              <a:rPr lang="en-US" dirty="0">
                <a:solidFill>
                  <a:schemeClr val="tx1"/>
                </a:solidFill>
                <a:cs typeface="Arial MT"/>
              </a:rPr>
              <a:t>linear</a:t>
            </a:r>
            <a:r>
              <a:rPr lang="en-US" spc="-25" dirty="0">
                <a:solidFill>
                  <a:schemeClr val="tx1"/>
                </a:solidFill>
                <a:cs typeface="Arial MT"/>
              </a:rPr>
              <a:t> </a:t>
            </a:r>
            <a:r>
              <a:rPr lang="en-US" dirty="0">
                <a:solidFill>
                  <a:schemeClr val="tx1"/>
                </a:solidFill>
                <a:cs typeface="Arial MT"/>
              </a:rPr>
              <a:t>transformations</a:t>
            </a:r>
            <a:r>
              <a:rPr lang="en-US" spc="-30" dirty="0">
                <a:solidFill>
                  <a:schemeClr val="tx1"/>
                </a:solidFill>
                <a:cs typeface="Arial MT"/>
              </a:rPr>
              <a:t> </a:t>
            </a:r>
            <a:r>
              <a:rPr lang="en-US" spc="-10" dirty="0">
                <a:solidFill>
                  <a:schemeClr val="tx1"/>
                </a:solidFill>
                <a:cs typeface="Arial MT"/>
              </a:rPr>
              <a:t>alone.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Nonlinearity in MLP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039817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pPr marL="354965" marR="13970" indent="-342900">
              <a:lnSpc>
                <a:spcPct val="114999"/>
              </a:lnSpc>
              <a:spcBef>
                <a:spcPts val="100"/>
              </a:spcBef>
              <a:buFont typeface="Arial" panose="020B0604020202020204" pitchFamily="34" charset="0"/>
              <a:buChar char="•"/>
              <a:tabLst>
                <a:tab pos="394335" algn="l"/>
                <a:tab pos="394970" algn="l"/>
              </a:tabLst>
            </a:pPr>
            <a:r>
              <a:rPr lang="en-US" spc="-5" dirty="0">
                <a:cs typeface="Arial MT"/>
              </a:rPr>
              <a:t>Activation function of </a:t>
            </a:r>
            <a:r>
              <a:rPr lang="en-US" dirty="0">
                <a:cs typeface="Arial MT"/>
              </a:rPr>
              <a:t>a </a:t>
            </a:r>
            <a:r>
              <a:rPr lang="en-US" spc="-5" dirty="0">
                <a:cs typeface="Arial MT"/>
              </a:rPr>
              <a:t>neuron defines the output of that neuron given </a:t>
            </a:r>
            <a:r>
              <a:rPr lang="en-US" spc="-545" dirty="0">
                <a:cs typeface="Arial MT"/>
              </a:rPr>
              <a:t> </a:t>
            </a:r>
            <a:r>
              <a:rPr lang="en-US" spc="-5" dirty="0">
                <a:cs typeface="Arial MT"/>
              </a:rPr>
              <a:t>an</a:t>
            </a:r>
            <a:r>
              <a:rPr lang="en-US" spc="-10" dirty="0">
                <a:cs typeface="Arial MT"/>
              </a:rPr>
              <a:t> </a:t>
            </a:r>
            <a:r>
              <a:rPr lang="en-US" spc="-5" dirty="0">
                <a:cs typeface="Arial MT"/>
              </a:rPr>
              <a:t>input or </a:t>
            </a:r>
            <a:r>
              <a:rPr lang="en-US" dirty="0">
                <a:cs typeface="Arial MT"/>
              </a:rPr>
              <a:t>set</a:t>
            </a:r>
            <a:r>
              <a:rPr lang="en-US" spc="-5" dirty="0">
                <a:cs typeface="Arial MT"/>
              </a:rPr>
              <a:t> of</a:t>
            </a:r>
            <a:r>
              <a:rPr lang="en-US" spc="-10" dirty="0">
                <a:cs typeface="Arial MT"/>
              </a:rPr>
              <a:t> </a:t>
            </a:r>
            <a:r>
              <a:rPr lang="en-US" spc="-5" dirty="0">
                <a:cs typeface="Arial MT"/>
              </a:rPr>
              <a:t>inputs.</a:t>
            </a:r>
            <a:endParaRPr lang="en-US" dirty="0">
              <a:cs typeface="Arial MT"/>
            </a:endParaRPr>
          </a:p>
          <a:p>
            <a:pPr marL="354965" marR="222885" indent="-342900">
              <a:lnSpc>
                <a:spcPct val="114999"/>
              </a:lnSpc>
              <a:buFont typeface="Arial" panose="020B0604020202020204" pitchFamily="34" charset="0"/>
              <a:buChar char="•"/>
              <a:tabLst>
                <a:tab pos="394335" algn="l"/>
                <a:tab pos="394970" algn="l"/>
              </a:tabLst>
            </a:pPr>
            <a:r>
              <a:rPr lang="en-US" spc="-5" dirty="0">
                <a:cs typeface="Arial MT"/>
              </a:rPr>
              <a:t>Activation functions decide whether </a:t>
            </a:r>
            <a:r>
              <a:rPr lang="en-US" dirty="0">
                <a:cs typeface="Arial MT"/>
              </a:rPr>
              <a:t>a </a:t>
            </a:r>
            <a:r>
              <a:rPr lang="en-US" spc="-5" dirty="0">
                <a:cs typeface="Arial MT"/>
              </a:rPr>
              <a:t>neuron </a:t>
            </a:r>
            <a:r>
              <a:rPr lang="en-US" dirty="0">
                <a:cs typeface="Arial MT"/>
              </a:rPr>
              <a:t>should </a:t>
            </a:r>
            <a:r>
              <a:rPr lang="en-US" spc="-5" dirty="0">
                <a:cs typeface="Arial MT"/>
              </a:rPr>
              <a:t>be activated or </a:t>
            </a:r>
            <a:r>
              <a:rPr lang="en-US" spc="-545" dirty="0">
                <a:cs typeface="Arial MT"/>
              </a:rPr>
              <a:t> </a:t>
            </a:r>
            <a:r>
              <a:rPr lang="en-US" spc="-5" dirty="0">
                <a:cs typeface="Arial MT"/>
              </a:rPr>
              <a:t>not</a:t>
            </a:r>
            <a:r>
              <a:rPr lang="en-US" spc="-10" dirty="0">
                <a:cs typeface="Arial MT"/>
              </a:rPr>
              <a:t> </a:t>
            </a:r>
            <a:r>
              <a:rPr lang="en-US" spc="-5" dirty="0">
                <a:cs typeface="Arial MT"/>
              </a:rPr>
              <a:t>by</a:t>
            </a:r>
            <a:r>
              <a:rPr lang="en-US" spc="-10" dirty="0">
                <a:cs typeface="Arial MT"/>
              </a:rPr>
              <a:t> </a:t>
            </a:r>
            <a:r>
              <a:rPr lang="en-US" dirty="0">
                <a:cs typeface="Arial MT"/>
              </a:rPr>
              <a:t>calculating</a:t>
            </a:r>
            <a:r>
              <a:rPr lang="en-US" spc="-5" dirty="0">
                <a:cs typeface="Arial MT"/>
              </a:rPr>
              <a:t> the</a:t>
            </a:r>
            <a:r>
              <a:rPr lang="en-US" spc="-10" dirty="0">
                <a:cs typeface="Arial MT"/>
              </a:rPr>
              <a:t> </a:t>
            </a:r>
            <a:r>
              <a:rPr lang="en-US" spc="-5" dirty="0">
                <a:cs typeface="Arial MT"/>
              </a:rPr>
              <a:t>weighted </a:t>
            </a:r>
            <a:r>
              <a:rPr lang="en-US" dirty="0">
                <a:cs typeface="Arial MT"/>
              </a:rPr>
              <a:t>sum</a:t>
            </a:r>
            <a:r>
              <a:rPr lang="en-US" spc="-10" dirty="0">
                <a:cs typeface="Arial MT"/>
              </a:rPr>
              <a:t> </a:t>
            </a:r>
            <a:r>
              <a:rPr lang="en-US" spc="-5" dirty="0">
                <a:cs typeface="Arial MT"/>
              </a:rPr>
              <a:t>and adding</a:t>
            </a:r>
            <a:r>
              <a:rPr lang="en-US" spc="-10" dirty="0">
                <a:cs typeface="Arial MT"/>
              </a:rPr>
              <a:t> </a:t>
            </a:r>
            <a:r>
              <a:rPr lang="en-US" spc="-5" dirty="0">
                <a:cs typeface="Arial MT"/>
              </a:rPr>
              <a:t>bias with</a:t>
            </a:r>
            <a:r>
              <a:rPr lang="en-US" spc="-10" dirty="0">
                <a:cs typeface="Arial MT"/>
              </a:rPr>
              <a:t> </a:t>
            </a:r>
            <a:r>
              <a:rPr lang="en-US" spc="-5" dirty="0">
                <a:cs typeface="Arial MT"/>
              </a:rPr>
              <a:t>it.</a:t>
            </a:r>
            <a:endParaRPr lang="en-US" dirty="0">
              <a:cs typeface="Arial MT"/>
            </a:endParaRPr>
          </a:p>
          <a:p>
            <a:pPr marL="354965" marR="5080" indent="-342900">
              <a:lnSpc>
                <a:spcPct val="114999"/>
              </a:lnSpc>
              <a:buFont typeface="Arial" panose="020B0604020202020204" pitchFamily="34" charset="0"/>
              <a:buChar char="•"/>
              <a:tabLst>
                <a:tab pos="394335" algn="l"/>
                <a:tab pos="394970" algn="l"/>
              </a:tabLst>
            </a:pPr>
            <a:r>
              <a:rPr lang="en-US" spc="-5" dirty="0">
                <a:cs typeface="Arial MT"/>
              </a:rPr>
              <a:t>They are </a:t>
            </a:r>
            <a:r>
              <a:rPr lang="en-US" spc="-10" dirty="0">
                <a:cs typeface="Arial MT"/>
              </a:rPr>
              <a:t>differentiable </a:t>
            </a:r>
            <a:r>
              <a:rPr lang="en-US" spc="-5" dirty="0">
                <a:cs typeface="Arial MT"/>
              </a:rPr>
              <a:t>operators to transform input </a:t>
            </a:r>
            <a:r>
              <a:rPr lang="en-US" dirty="0">
                <a:cs typeface="Arial MT"/>
              </a:rPr>
              <a:t>signals </a:t>
            </a:r>
            <a:r>
              <a:rPr lang="en-US" spc="-5" dirty="0">
                <a:cs typeface="Arial MT"/>
              </a:rPr>
              <a:t>to outputs, </a:t>
            </a:r>
            <a:r>
              <a:rPr lang="en-US" spc="-545" dirty="0">
                <a:cs typeface="Arial MT"/>
              </a:rPr>
              <a:t> </a:t>
            </a:r>
            <a:r>
              <a:rPr lang="en-US" spc="-5" dirty="0">
                <a:cs typeface="Arial MT"/>
              </a:rPr>
              <a:t>while</a:t>
            </a:r>
            <a:r>
              <a:rPr lang="en-US" spc="-10" dirty="0">
                <a:cs typeface="Arial MT"/>
              </a:rPr>
              <a:t> </a:t>
            </a:r>
            <a:r>
              <a:rPr lang="en-US" dirty="0">
                <a:cs typeface="Arial MT"/>
              </a:rPr>
              <a:t>most</a:t>
            </a:r>
            <a:r>
              <a:rPr lang="en-US" spc="-5" dirty="0">
                <a:cs typeface="Arial MT"/>
              </a:rPr>
              <a:t> of them</a:t>
            </a:r>
            <a:r>
              <a:rPr lang="en-US" spc="-10" dirty="0">
                <a:cs typeface="Arial MT"/>
              </a:rPr>
              <a:t> </a:t>
            </a:r>
            <a:r>
              <a:rPr lang="en-US" spc="-5" dirty="0">
                <a:cs typeface="Arial MT"/>
              </a:rPr>
              <a:t>add </a:t>
            </a:r>
            <a:r>
              <a:rPr lang="en-US" spc="-15" dirty="0">
                <a:cs typeface="Arial MT"/>
              </a:rPr>
              <a:t>non-linearity.</a:t>
            </a:r>
            <a:endParaRPr lang="en-US" dirty="0">
              <a:cs typeface="Arial MT"/>
            </a:endParaRPr>
          </a:p>
          <a:p>
            <a:pPr marL="354965" marR="247015" indent="-342900">
              <a:lnSpc>
                <a:spcPct val="114999"/>
              </a:lnSpc>
              <a:buFont typeface="Arial" panose="020B0604020202020204" pitchFamily="34" charset="0"/>
              <a:buChar char="•"/>
              <a:tabLst>
                <a:tab pos="394335" algn="l"/>
                <a:tab pos="394970" algn="l"/>
              </a:tabLst>
            </a:pPr>
            <a:r>
              <a:rPr lang="en-US" spc="-5" dirty="0">
                <a:cs typeface="Arial MT"/>
              </a:rPr>
              <a:t>Artificial neural networks are designed as universal function </a:t>
            </a:r>
            <a:r>
              <a:rPr lang="en-US" dirty="0">
                <a:cs typeface="Arial MT"/>
              </a:rPr>
              <a:t> </a:t>
            </a:r>
            <a:r>
              <a:rPr lang="en-US" spc="-5" dirty="0" err="1">
                <a:cs typeface="Arial MT"/>
              </a:rPr>
              <a:t>approximators</a:t>
            </a:r>
            <a:r>
              <a:rPr lang="en-US" spc="-5" dirty="0">
                <a:cs typeface="Arial MT"/>
              </a:rPr>
              <a:t>, they </a:t>
            </a:r>
            <a:r>
              <a:rPr lang="en-US" dirty="0">
                <a:cs typeface="Arial MT"/>
              </a:rPr>
              <a:t>must </a:t>
            </a:r>
            <a:r>
              <a:rPr lang="en-US" spc="-5" dirty="0">
                <a:cs typeface="Arial MT"/>
              </a:rPr>
              <a:t>have the ability to </a:t>
            </a:r>
            <a:r>
              <a:rPr lang="en-US" dirty="0">
                <a:cs typeface="Arial MT"/>
              </a:rPr>
              <a:t>calculate </a:t>
            </a:r>
            <a:r>
              <a:rPr lang="en-US" spc="-5" dirty="0">
                <a:cs typeface="Arial MT"/>
              </a:rPr>
              <a:t>and learn any </a:t>
            </a:r>
            <a:r>
              <a:rPr lang="en-US" spc="-545" dirty="0">
                <a:cs typeface="Arial MT"/>
              </a:rPr>
              <a:t> </a:t>
            </a:r>
            <a:r>
              <a:rPr lang="en-US" spc="-5" dirty="0">
                <a:cs typeface="Arial MT"/>
              </a:rPr>
              <a:t>nonlinear</a:t>
            </a:r>
            <a:r>
              <a:rPr lang="en-US" spc="-10" dirty="0">
                <a:cs typeface="Arial MT"/>
              </a:rPr>
              <a:t> </a:t>
            </a:r>
            <a:r>
              <a:rPr lang="en-US" spc="-5" dirty="0">
                <a:cs typeface="Arial MT"/>
              </a:rPr>
              <a:t>function.</a:t>
            </a:r>
            <a:endParaRPr lang="en-US" dirty="0">
              <a:cs typeface="Arial MT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pc="-5" dirty="0">
                <a:cs typeface="Arial MT"/>
              </a:rPr>
              <a:t>Activation function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797302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1. Step Function</a:t>
            </a:r>
            <a:endParaRPr lang="en-IN" dirty="0"/>
          </a:p>
        </p:txBody>
      </p:sp>
      <p:pic>
        <p:nvPicPr>
          <p:cNvPr id="4" name="object 3"/>
          <p:cNvPicPr>
            <a:picLocks noGrp="1"/>
          </p:cNvPicPr>
          <p:nvPr>
            <p:ph idx="10"/>
          </p:nvPr>
        </p:nvPicPr>
        <p:blipFill>
          <a:blip r:embed="rId2" cstate="print"/>
          <a:stretch>
            <a:fillRect/>
          </a:stretch>
        </p:blipFill>
        <p:spPr>
          <a:xfrm>
            <a:off x="699078" y="1981200"/>
            <a:ext cx="7219950" cy="3362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59167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Differentiable activation functions</a:t>
            </a:r>
            <a:endParaRPr lang="en-IN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3304991"/>
            <a:ext cx="2568482" cy="2895600"/>
          </a:xfrm>
          <a:prstGeom prst="rect">
            <a:avLst/>
          </a:prstGeom>
        </p:spPr>
      </p:pic>
      <p:sp>
        <p:nvSpPr>
          <p:cNvPr id="6" name="Content Placeholder 5"/>
          <p:cNvSpPr>
            <a:spLocks noGrp="1"/>
          </p:cNvSpPr>
          <p:nvPr>
            <p:ph idx="10"/>
          </p:nvPr>
        </p:nvSpPr>
        <p:spPr>
          <a:xfrm>
            <a:off x="228600" y="1447800"/>
            <a:ext cx="5562600" cy="5410200"/>
          </a:xfrm>
        </p:spPr>
        <p:txBody>
          <a:bodyPr>
            <a:normAutofit/>
          </a:bodyPr>
          <a:lstStyle/>
          <a:p>
            <a:pPr marL="313221" marR="4483" indent="-302575">
              <a:spcBef>
                <a:spcPts val="84"/>
              </a:spcBef>
              <a:buFont typeface="Arial"/>
              <a:buChar char="•"/>
              <a:tabLst>
                <a:tab pos="313221" algn="l"/>
                <a:tab pos="313781" algn="l"/>
              </a:tabLst>
            </a:pPr>
            <a:r>
              <a:rPr lang="en-US" sz="2000" spc="-9" dirty="0">
                <a:cs typeface="Calibri"/>
              </a:rPr>
              <a:t>The </a:t>
            </a:r>
            <a:r>
              <a:rPr lang="en-US" sz="2000" spc="-13" dirty="0">
                <a:cs typeface="Calibri"/>
              </a:rPr>
              <a:t>perceptron </a:t>
            </a:r>
            <a:r>
              <a:rPr lang="en-US" sz="2000" spc="-4" dirty="0">
                <a:cs typeface="Calibri"/>
              </a:rPr>
              <a:t>is a flat function with </a:t>
            </a:r>
            <a:r>
              <a:rPr lang="en-US" sz="2000" spc="-26" dirty="0">
                <a:cs typeface="Calibri"/>
              </a:rPr>
              <a:t>zero </a:t>
            </a:r>
            <a:r>
              <a:rPr lang="en-US" sz="2000" spc="-13" dirty="0">
                <a:cs typeface="Calibri"/>
              </a:rPr>
              <a:t>derivative </a:t>
            </a:r>
            <a:r>
              <a:rPr lang="en-US" sz="2000" spc="-9" dirty="0">
                <a:cs typeface="Calibri"/>
              </a:rPr>
              <a:t>everywhere,  </a:t>
            </a:r>
            <a:r>
              <a:rPr lang="en-US" sz="2000" spc="-22" dirty="0">
                <a:cs typeface="Calibri"/>
              </a:rPr>
              <a:t>except </a:t>
            </a:r>
            <a:r>
              <a:rPr lang="en-US" sz="2000" spc="-13" dirty="0">
                <a:cs typeface="Calibri"/>
              </a:rPr>
              <a:t>at </a:t>
            </a:r>
            <a:r>
              <a:rPr lang="en-US" sz="2000" spc="-4" dirty="0">
                <a:cs typeface="Calibri"/>
              </a:rPr>
              <a:t>0 </a:t>
            </a:r>
            <a:r>
              <a:rPr lang="en-US" sz="2000" spc="-13" dirty="0">
                <a:cs typeface="Calibri"/>
              </a:rPr>
              <a:t>where </a:t>
            </a:r>
            <a:r>
              <a:rPr lang="en-US" sz="2000" spc="-4" dirty="0">
                <a:cs typeface="Calibri"/>
              </a:rPr>
              <a:t>it is</a:t>
            </a:r>
            <a:r>
              <a:rPr lang="en-US" sz="2000" spc="79" dirty="0">
                <a:cs typeface="Calibri"/>
              </a:rPr>
              <a:t> </a:t>
            </a:r>
            <a:r>
              <a:rPr lang="en-US" sz="2000" spc="-9" dirty="0">
                <a:cs typeface="Calibri"/>
              </a:rPr>
              <a:t>non-differentiable</a:t>
            </a:r>
            <a:endParaRPr lang="en-US" sz="2000" dirty="0">
              <a:cs typeface="Calibri"/>
            </a:endParaRPr>
          </a:p>
          <a:p>
            <a:pPr marL="667346" lvl="1" indent="-253266">
              <a:spcBef>
                <a:spcPts val="431"/>
              </a:spcBef>
              <a:buFont typeface="Arial"/>
              <a:buChar char="–"/>
              <a:tabLst>
                <a:tab pos="667346" algn="l"/>
                <a:tab pos="667906" algn="l"/>
              </a:tabLst>
            </a:pPr>
            <a:r>
              <a:rPr lang="en-US" sz="2000" spc="-44" dirty="0">
                <a:cs typeface="Calibri"/>
              </a:rPr>
              <a:t>You </a:t>
            </a:r>
            <a:r>
              <a:rPr lang="en-US" sz="2000" spc="-4" dirty="0">
                <a:cs typeface="Calibri"/>
              </a:rPr>
              <a:t>can vary </a:t>
            </a:r>
            <a:r>
              <a:rPr lang="en-US" sz="2000" dirty="0">
                <a:cs typeface="Calibri"/>
              </a:rPr>
              <a:t>the </a:t>
            </a:r>
            <a:r>
              <a:rPr lang="en-US" sz="2000" spc="-9" dirty="0">
                <a:cs typeface="Calibri"/>
              </a:rPr>
              <a:t>weights </a:t>
            </a:r>
            <a:r>
              <a:rPr lang="en-US" sz="2000" dirty="0">
                <a:cs typeface="Calibri"/>
              </a:rPr>
              <a:t>a </a:t>
            </a:r>
            <a:r>
              <a:rPr lang="en-US" sz="2000" i="1" spc="-4" dirty="0">
                <a:cs typeface="Calibri"/>
              </a:rPr>
              <a:t>lot </a:t>
            </a:r>
            <a:r>
              <a:rPr lang="en-US" sz="2000" dirty="0">
                <a:cs typeface="Calibri"/>
              </a:rPr>
              <a:t>without changing the</a:t>
            </a:r>
            <a:r>
              <a:rPr lang="en-US" sz="2000" spc="-40" dirty="0">
                <a:cs typeface="Calibri"/>
              </a:rPr>
              <a:t> </a:t>
            </a:r>
            <a:r>
              <a:rPr lang="en-US" sz="2000" spc="-9" dirty="0">
                <a:cs typeface="Calibri"/>
              </a:rPr>
              <a:t>error</a:t>
            </a:r>
            <a:endParaRPr lang="en-US" sz="2000" dirty="0">
              <a:cs typeface="Calibri"/>
            </a:endParaRPr>
          </a:p>
          <a:p>
            <a:pPr marL="667346" marR="230853" lvl="1" indent="-253266">
              <a:spcBef>
                <a:spcPts val="419"/>
              </a:spcBef>
              <a:buFont typeface="Arial"/>
              <a:buChar char="–"/>
              <a:tabLst>
                <a:tab pos="667346" algn="l"/>
                <a:tab pos="667906" algn="l"/>
              </a:tabLst>
            </a:pPr>
            <a:r>
              <a:rPr lang="en-US" sz="2000" b="1" spc="-9" dirty="0">
                <a:cs typeface="Calibri"/>
              </a:rPr>
              <a:t>There </a:t>
            </a:r>
            <a:r>
              <a:rPr lang="en-US" sz="2000" b="1" dirty="0">
                <a:cs typeface="Calibri"/>
              </a:rPr>
              <a:t>is no </a:t>
            </a:r>
            <a:r>
              <a:rPr lang="en-US" sz="2000" b="1" spc="-4" dirty="0">
                <a:cs typeface="Calibri"/>
              </a:rPr>
              <a:t>indication </a:t>
            </a:r>
            <a:r>
              <a:rPr lang="en-US" sz="2000" b="1" dirty="0">
                <a:cs typeface="Calibri"/>
              </a:rPr>
              <a:t>of </a:t>
            </a:r>
            <a:r>
              <a:rPr lang="en-US" sz="2000" b="1" spc="-4" dirty="0">
                <a:cs typeface="Calibri"/>
              </a:rPr>
              <a:t>which direction to </a:t>
            </a:r>
            <a:r>
              <a:rPr lang="en-US" sz="2000" b="1" dirty="0">
                <a:cs typeface="Calibri"/>
              </a:rPr>
              <a:t>change the </a:t>
            </a:r>
            <a:r>
              <a:rPr lang="en-US" sz="2000" b="1" spc="-9" dirty="0">
                <a:cs typeface="Calibri"/>
              </a:rPr>
              <a:t>weights </a:t>
            </a:r>
            <a:r>
              <a:rPr lang="en-US" sz="2000" b="1" spc="-4" dirty="0">
                <a:cs typeface="Calibri"/>
              </a:rPr>
              <a:t>to  reduce</a:t>
            </a:r>
            <a:r>
              <a:rPr lang="en-US" sz="2000" b="1" spc="-13" dirty="0">
                <a:cs typeface="Calibri"/>
              </a:rPr>
              <a:t> </a:t>
            </a:r>
            <a:r>
              <a:rPr lang="en-US" sz="2000" b="1" spc="-9" dirty="0">
                <a:cs typeface="Calibri"/>
              </a:rPr>
              <a:t>error</a:t>
            </a:r>
          </a:p>
          <a:p>
            <a:pPr marL="313221" marR="5043" indent="-302575">
              <a:spcBef>
                <a:spcPts val="84"/>
              </a:spcBef>
              <a:buFont typeface="Arial"/>
              <a:buChar char="•"/>
              <a:tabLst>
                <a:tab pos="313221" algn="l"/>
                <a:tab pos="313781" algn="l"/>
              </a:tabLst>
            </a:pPr>
            <a:r>
              <a:rPr lang="en-US" sz="2000" spc="-9" dirty="0">
                <a:cs typeface="Calibri"/>
              </a:rPr>
              <a:t>Lets </a:t>
            </a:r>
            <a:r>
              <a:rPr lang="en-US" sz="2000" spc="-22" dirty="0">
                <a:cs typeface="Calibri"/>
              </a:rPr>
              <a:t>make </a:t>
            </a:r>
            <a:r>
              <a:rPr lang="en-US" sz="2000" spc="-13" dirty="0">
                <a:cs typeface="Calibri"/>
              </a:rPr>
              <a:t>the </a:t>
            </a:r>
            <a:r>
              <a:rPr lang="en-US" sz="2000" spc="-9" dirty="0">
                <a:cs typeface="Calibri"/>
              </a:rPr>
              <a:t>neuron </a:t>
            </a:r>
            <a:r>
              <a:rPr lang="en-US" sz="2000" spc="-13" dirty="0">
                <a:cs typeface="Calibri"/>
              </a:rPr>
              <a:t>differentiable, </a:t>
            </a:r>
            <a:r>
              <a:rPr lang="en-US" sz="2000" spc="-9" dirty="0">
                <a:cs typeface="Calibri"/>
              </a:rPr>
              <a:t>with </a:t>
            </a:r>
            <a:r>
              <a:rPr lang="en-US" sz="2000" spc="-13" dirty="0">
                <a:cs typeface="Calibri"/>
              </a:rPr>
              <a:t>non-zero derivatives over  </a:t>
            </a:r>
            <a:r>
              <a:rPr lang="en-US" sz="2000" spc="-9" dirty="0">
                <a:cs typeface="Calibri"/>
              </a:rPr>
              <a:t>much </a:t>
            </a:r>
            <a:r>
              <a:rPr lang="en-US" sz="2000" dirty="0">
                <a:cs typeface="Calibri"/>
              </a:rPr>
              <a:t>of </a:t>
            </a:r>
            <a:r>
              <a:rPr lang="en-US" sz="2000" spc="-4" dirty="0">
                <a:cs typeface="Calibri"/>
              </a:rPr>
              <a:t>the input</a:t>
            </a:r>
            <a:r>
              <a:rPr lang="en-US" sz="2000" dirty="0">
                <a:cs typeface="Calibri"/>
              </a:rPr>
              <a:t> </a:t>
            </a:r>
            <a:r>
              <a:rPr lang="en-US" sz="2000" spc="-4" dirty="0">
                <a:cs typeface="Calibri"/>
              </a:rPr>
              <a:t>space</a:t>
            </a:r>
            <a:endParaRPr lang="en-US" sz="2000" dirty="0">
              <a:cs typeface="Calibri"/>
            </a:endParaRPr>
          </a:p>
          <a:p>
            <a:pPr marL="667346" lvl="1" indent="-253266">
              <a:spcBef>
                <a:spcPts val="431"/>
              </a:spcBef>
              <a:buFont typeface="Arial"/>
              <a:buChar char="–"/>
              <a:tabLst>
                <a:tab pos="667346" algn="l"/>
                <a:tab pos="667906" algn="l"/>
              </a:tabLst>
            </a:pPr>
            <a:r>
              <a:rPr lang="en-US" sz="2000" spc="-4" dirty="0">
                <a:cs typeface="Calibri"/>
              </a:rPr>
              <a:t>Small changes </a:t>
            </a:r>
            <a:r>
              <a:rPr lang="en-US" sz="2000" dirty="0">
                <a:cs typeface="Calibri"/>
              </a:rPr>
              <a:t>in </a:t>
            </a:r>
            <a:r>
              <a:rPr lang="en-US" sz="2000" spc="-9" dirty="0">
                <a:cs typeface="Calibri"/>
              </a:rPr>
              <a:t>weight </a:t>
            </a:r>
            <a:r>
              <a:rPr lang="en-US" sz="2000" spc="-4" dirty="0">
                <a:cs typeface="Calibri"/>
              </a:rPr>
              <a:t>can </a:t>
            </a:r>
            <a:r>
              <a:rPr lang="en-US" sz="2000" spc="-9" dirty="0">
                <a:cs typeface="Calibri"/>
              </a:rPr>
              <a:t>result </a:t>
            </a:r>
            <a:r>
              <a:rPr lang="en-US" sz="2000" dirty="0">
                <a:cs typeface="Calibri"/>
              </a:rPr>
              <a:t>in </a:t>
            </a:r>
            <a:r>
              <a:rPr lang="en-US" sz="2000" spc="-4" dirty="0">
                <a:cs typeface="Calibri"/>
              </a:rPr>
              <a:t>non-negligible </a:t>
            </a:r>
            <a:r>
              <a:rPr lang="en-US" sz="2000" dirty="0">
                <a:cs typeface="Calibri"/>
              </a:rPr>
              <a:t>changes in</a:t>
            </a:r>
            <a:r>
              <a:rPr lang="en-US" sz="2000" spc="18" dirty="0">
                <a:cs typeface="Calibri"/>
              </a:rPr>
              <a:t> </a:t>
            </a:r>
            <a:r>
              <a:rPr lang="en-US" sz="2000" dirty="0">
                <a:cs typeface="Calibri"/>
              </a:rPr>
              <a:t>output</a:t>
            </a:r>
          </a:p>
          <a:p>
            <a:pPr marL="667346" marR="350203" lvl="1" indent="-253266">
              <a:spcBef>
                <a:spcPts val="424"/>
              </a:spcBef>
              <a:buFont typeface="Arial"/>
              <a:buChar char="–"/>
              <a:tabLst>
                <a:tab pos="667346" algn="l"/>
                <a:tab pos="667906" algn="l"/>
              </a:tabLst>
            </a:pPr>
            <a:r>
              <a:rPr lang="en-US" sz="2000" spc="-4" dirty="0">
                <a:cs typeface="Calibri"/>
              </a:rPr>
              <a:t>This enables </a:t>
            </a:r>
            <a:r>
              <a:rPr lang="en-US" sz="2000" dirty="0">
                <a:cs typeface="Calibri"/>
              </a:rPr>
              <a:t>us </a:t>
            </a:r>
            <a:r>
              <a:rPr lang="en-US" sz="2000" spc="-13" dirty="0">
                <a:cs typeface="Calibri"/>
              </a:rPr>
              <a:t>to </a:t>
            </a:r>
            <a:r>
              <a:rPr lang="en-US" sz="2000" b="1" spc="-13" dirty="0">
                <a:cs typeface="Calibri"/>
              </a:rPr>
              <a:t>estimate </a:t>
            </a:r>
            <a:r>
              <a:rPr lang="en-US" sz="2000" b="1" dirty="0">
                <a:cs typeface="Calibri"/>
              </a:rPr>
              <a:t>the </a:t>
            </a:r>
            <a:r>
              <a:rPr lang="en-US" sz="2000" b="1" spc="-13" dirty="0">
                <a:cs typeface="Calibri"/>
              </a:rPr>
              <a:t>parameters </a:t>
            </a:r>
            <a:r>
              <a:rPr lang="en-US" sz="2000" b="1" spc="-4" dirty="0">
                <a:cs typeface="Calibri"/>
              </a:rPr>
              <a:t>using </a:t>
            </a:r>
            <a:r>
              <a:rPr lang="en-US" sz="2000" b="1" spc="-9" dirty="0">
                <a:cs typeface="Calibri"/>
              </a:rPr>
              <a:t>gradient </a:t>
            </a:r>
            <a:r>
              <a:rPr lang="en-US" sz="2000" b="1" spc="-4" dirty="0">
                <a:cs typeface="Calibri"/>
              </a:rPr>
              <a:t>descent  techniques..</a:t>
            </a:r>
            <a:endParaRPr lang="en-IN" sz="2000" b="1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0" y="1447800"/>
            <a:ext cx="2752725" cy="18378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02983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Also known as "no activation," or "identity function" (multiplied x1.0)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Activation is proportional to the input.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 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2. Linear activation function</a:t>
            </a:r>
            <a:endParaRPr lang="en-IN" dirty="0"/>
          </a:p>
        </p:txBody>
      </p:sp>
      <p:pic>
        <p:nvPicPr>
          <p:cNvPr id="4100" name="Picture 4" descr="https://miro.medium.com/v2/resize:fit:700/1*tldIgyDQWqm-sMwP7m3Bww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14800" y="3048000"/>
            <a:ext cx="4046107" cy="26299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7660" y="5181600"/>
            <a:ext cx="1568721" cy="60960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0604" y="4114800"/>
            <a:ext cx="1228725" cy="4641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60629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8600" y="326509"/>
            <a:ext cx="8160907" cy="56618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IN" dirty="0"/>
              <a:t>3. Sigmoid</a:t>
            </a:r>
            <a:r>
              <a:rPr lang="en-IN" spc="-25" dirty="0"/>
              <a:t> </a:t>
            </a:r>
            <a:r>
              <a:rPr lang="en-IN" dirty="0"/>
              <a:t>function</a:t>
            </a:r>
            <a:endParaRPr spc="-65" dirty="0"/>
          </a:p>
        </p:txBody>
      </p:sp>
      <p:sp>
        <p:nvSpPr>
          <p:cNvPr id="4" name="object 4"/>
          <p:cNvSpPr txBox="1">
            <a:spLocks noGrp="1"/>
          </p:cNvSpPr>
          <p:nvPr>
            <p:ph type="body" idx="4294967295"/>
          </p:nvPr>
        </p:nvSpPr>
        <p:spPr>
          <a:xfrm>
            <a:off x="143992" y="1348433"/>
            <a:ext cx="8920886" cy="156453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01625" marR="665480" indent="-287020">
              <a:lnSpc>
                <a:spcPct val="100000"/>
              </a:lnSpc>
              <a:spcBef>
                <a:spcPts val="100"/>
              </a:spcBef>
              <a:buChar char="•"/>
              <a:tabLst>
                <a:tab pos="301625" algn="l"/>
              </a:tabLst>
            </a:pPr>
            <a:r>
              <a:rPr lang="en-US" sz="2000" dirty="0"/>
              <a:t>O</a:t>
            </a:r>
            <a:r>
              <a:rPr sz="2000" dirty="0"/>
              <a:t>ften</a:t>
            </a:r>
            <a:r>
              <a:rPr sz="2000" spc="-35" dirty="0"/>
              <a:t> </a:t>
            </a:r>
            <a:r>
              <a:rPr sz="2000" dirty="0"/>
              <a:t>referred</a:t>
            </a:r>
            <a:r>
              <a:rPr sz="2000" spc="-25" dirty="0"/>
              <a:t> </a:t>
            </a:r>
            <a:r>
              <a:rPr sz="2000" dirty="0"/>
              <a:t>to</a:t>
            </a:r>
            <a:r>
              <a:rPr sz="2000" spc="-25" dirty="0"/>
              <a:t> </a:t>
            </a:r>
            <a:r>
              <a:rPr sz="2000" dirty="0"/>
              <a:t>as</a:t>
            </a:r>
            <a:r>
              <a:rPr sz="2000" spc="-30" dirty="0"/>
              <a:t> </a:t>
            </a:r>
            <a:r>
              <a:rPr sz="2000" dirty="0"/>
              <a:t>the</a:t>
            </a:r>
            <a:r>
              <a:rPr sz="2000" spc="-35" dirty="0"/>
              <a:t> </a:t>
            </a:r>
            <a:r>
              <a:rPr sz="2000" dirty="0"/>
              <a:t>logistic</a:t>
            </a:r>
            <a:r>
              <a:rPr sz="2000" spc="-20" dirty="0"/>
              <a:t> </a:t>
            </a:r>
            <a:r>
              <a:rPr sz="2000" dirty="0"/>
              <a:t>sigmoid</a:t>
            </a:r>
            <a:endParaRPr lang="en-US" sz="2000" dirty="0"/>
          </a:p>
          <a:p>
            <a:pPr marL="301625" marR="665480" indent="-287020">
              <a:lnSpc>
                <a:spcPct val="100000"/>
              </a:lnSpc>
              <a:spcBef>
                <a:spcPts val="100"/>
              </a:spcBef>
              <a:buChar char="•"/>
              <a:tabLst>
                <a:tab pos="301625" algn="l"/>
              </a:tabLst>
            </a:pPr>
            <a:r>
              <a:rPr sz="2000" b="1" spc="-10" dirty="0">
                <a:cs typeface="Arial"/>
              </a:rPr>
              <a:t>S-</a:t>
            </a:r>
            <a:r>
              <a:rPr sz="2000" b="1" dirty="0">
                <a:cs typeface="Arial"/>
              </a:rPr>
              <a:t>shaped</a:t>
            </a:r>
            <a:r>
              <a:rPr sz="2000" b="1" spc="-15" dirty="0">
                <a:cs typeface="Arial"/>
              </a:rPr>
              <a:t> </a:t>
            </a:r>
            <a:r>
              <a:rPr sz="2000" dirty="0"/>
              <a:t>curve</a:t>
            </a:r>
            <a:r>
              <a:rPr lang="en-US" sz="2000" dirty="0"/>
              <a:t> </a:t>
            </a:r>
            <a:r>
              <a:rPr sz="2000" dirty="0"/>
              <a:t>transforms</a:t>
            </a:r>
            <a:r>
              <a:rPr sz="2000" spc="-20" dirty="0"/>
              <a:t> </a:t>
            </a:r>
            <a:r>
              <a:rPr sz="2000" dirty="0"/>
              <a:t>the</a:t>
            </a:r>
            <a:r>
              <a:rPr sz="2000" spc="-30" dirty="0"/>
              <a:t> </a:t>
            </a:r>
            <a:r>
              <a:rPr sz="2000" dirty="0"/>
              <a:t>input</a:t>
            </a:r>
            <a:r>
              <a:rPr sz="2000" spc="-5" dirty="0"/>
              <a:t> </a:t>
            </a:r>
            <a:r>
              <a:rPr sz="2000" dirty="0"/>
              <a:t>into</a:t>
            </a:r>
            <a:r>
              <a:rPr sz="2000" spc="-20" dirty="0"/>
              <a:t> </a:t>
            </a:r>
            <a:r>
              <a:rPr sz="2000" dirty="0"/>
              <a:t>an</a:t>
            </a:r>
            <a:r>
              <a:rPr sz="2000" spc="-10" dirty="0"/>
              <a:t> </a:t>
            </a:r>
            <a:r>
              <a:rPr sz="2000" dirty="0"/>
              <a:t>output</a:t>
            </a:r>
            <a:r>
              <a:rPr sz="2000" spc="-15" dirty="0"/>
              <a:t> </a:t>
            </a:r>
            <a:r>
              <a:rPr sz="2000" spc="-25" dirty="0"/>
              <a:t>in</a:t>
            </a:r>
            <a:r>
              <a:rPr lang="en-US" sz="2000" spc="-25" dirty="0"/>
              <a:t> </a:t>
            </a:r>
            <a:r>
              <a:rPr sz="2000" dirty="0"/>
              <a:t>the</a:t>
            </a:r>
            <a:r>
              <a:rPr sz="2000" spc="-25" dirty="0"/>
              <a:t> </a:t>
            </a:r>
            <a:r>
              <a:rPr sz="2000" dirty="0"/>
              <a:t>range</a:t>
            </a:r>
            <a:r>
              <a:rPr sz="2000" spc="-10" dirty="0"/>
              <a:t> </a:t>
            </a:r>
            <a:r>
              <a:rPr sz="2000" dirty="0"/>
              <a:t>of</a:t>
            </a:r>
            <a:r>
              <a:rPr sz="2000" spc="-20" dirty="0"/>
              <a:t> </a:t>
            </a:r>
            <a:r>
              <a:rPr sz="2000" dirty="0"/>
              <a:t>(0,</a:t>
            </a:r>
            <a:r>
              <a:rPr sz="2000" spc="-15" dirty="0"/>
              <a:t> </a:t>
            </a:r>
            <a:r>
              <a:rPr sz="2000" spc="-25" dirty="0"/>
              <a:t>1)</a:t>
            </a:r>
            <a:endParaRPr lang="en-US" sz="2000" spc="-25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When the neuron’s activation are 0 or 1, sigmoid neurons saturate Gradients at these regions are almost zero (almost no signal will flow) </a:t>
            </a:r>
          </a:p>
          <a:p>
            <a:pPr marL="358140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sz="2000" dirty="0"/>
              <a:t>Here's</a:t>
            </a:r>
            <a:r>
              <a:rPr sz="2000" spc="-25" dirty="0"/>
              <a:t> </a:t>
            </a:r>
            <a:r>
              <a:rPr sz="2000" dirty="0"/>
              <a:t>an</a:t>
            </a:r>
            <a:r>
              <a:rPr sz="2000" spc="-40" dirty="0"/>
              <a:t> </a:t>
            </a:r>
            <a:r>
              <a:rPr sz="2000" dirty="0"/>
              <a:t>explanation of</a:t>
            </a:r>
            <a:r>
              <a:rPr sz="2000" spc="-25" dirty="0"/>
              <a:t> </a:t>
            </a:r>
            <a:r>
              <a:rPr sz="2000" dirty="0"/>
              <a:t>how</a:t>
            </a:r>
            <a:r>
              <a:rPr sz="2000" spc="-25" dirty="0"/>
              <a:t> </a:t>
            </a:r>
            <a:r>
              <a:rPr sz="2000" dirty="0"/>
              <a:t>the</a:t>
            </a:r>
            <a:r>
              <a:rPr sz="2000" spc="-35" dirty="0"/>
              <a:t> </a:t>
            </a:r>
            <a:r>
              <a:rPr sz="2000" dirty="0"/>
              <a:t>sigmoid</a:t>
            </a:r>
            <a:r>
              <a:rPr sz="2000" spc="-25" dirty="0"/>
              <a:t> </a:t>
            </a:r>
            <a:r>
              <a:rPr sz="2000" dirty="0"/>
              <a:t>activation</a:t>
            </a:r>
            <a:r>
              <a:rPr sz="2000" spc="-20" dirty="0"/>
              <a:t> </a:t>
            </a:r>
            <a:r>
              <a:rPr sz="2000" dirty="0"/>
              <a:t>function</a:t>
            </a:r>
            <a:r>
              <a:rPr sz="2000" spc="-25" dirty="0"/>
              <a:t> </a:t>
            </a:r>
            <a:r>
              <a:rPr sz="2000" spc="-10" dirty="0"/>
              <a:t>works: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b="1" dirty="0">
                <a:latin typeface="Arial"/>
                <a:cs typeface="Arial"/>
              </a:rPr>
              <a:t>BITS</a:t>
            </a:r>
            <a:r>
              <a:rPr b="1" spc="-55" dirty="0">
                <a:latin typeface="Arial"/>
                <a:cs typeface="Arial"/>
              </a:rPr>
              <a:t> </a:t>
            </a:r>
            <a:r>
              <a:rPr dirty="0"/>
              <a:t>Pilani,</a:t>
            </a:r>
            <a:r>
              <a:rPr spc="-40" dirty="0"/>
              <a:t> </a:t>
            </a:r>
            <a:r>
              <a:rPr dirty="0"/>
              <a:t>Pilani</a:t>
            </a:r>
            <a:r>
              <a:rPr spc="-35" dirty="0"/>
              <a:t> </a:t>
            </a:r>
            <a:r>
              <a:rPr spc="-10" dirty="0"/>
              <a:t>Campus</a:t>
            </a:r>
          </a:p>
        </p:txBody>
      </p:sp>
      <p:grpSp>
        <p:nvGrpSpPr>
          <p:cNvPr id="8" name="Group 7"/>
          <p:cNvGrpSpPr/>
          <p:nvPr/>
        </p:nvGrpSpPr>
        <p:grpSpPr>
          <a:xfrm>
            <a:off x="609600" y="3048001"/>
            <a:ext cx="4953000" cy="3264978"/>
            <a:chOff x="1295400" y="2514600"/>
            <a:chExt cx="5513832" cy="4168138"/>
          </a:xfrm>
        </p:grpSpPr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295400" y="2514600"/>
              <a:ext cx="5513832" cy="2944367"/>
            </a:xfrm>
            <a:prstGeom prst="rect">
              <a:avLst/>
            </a:prstGeom>
          </p:spPr>
        </p:pic>
        <p:pic>
          <p:nvPicPr>
            <p:cNvPr id="7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295400" y="5458967"/>
              <a:ext cx="5513832" cy="1223771"/>
            </a:xfrm>
            <a:prstGeom prst="rect">
              <a:avLst/>
            </a:prstGeom>
          </p:spPr>
        </p:pic>
      </p:grpSp>
      <p:pic>
        <p:nvPicPr>
          <p:cNvPr id="9" name="Picture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99346" y="3808463"/>
            <a:ext cx="2318573" cy="16022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65611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0"/>
          </p:nvPr>
        </p:nvPicPr>
        <p:blipFill>
          <a:blip r:embed="rId2"/>
          <a:stretch>
            <a:fillRect/>
          </a:stretch>
        </p:blipFill>
        <p:spPr>
          <a:xfrm>
            <a:off x="76200" y="1600200"/>
            <a:ext cx="8799723" cy="4572000"/>
          </a:xfrm>
          <a:prstGeom prst="rect">
            <a:avLst/>
          </a:prstGeom>
        </p:spPr>
      </p:pic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3. Sigmoid</a:t>
            </a:r>
            <a:r>
              <a:rPr lang="en-IN" spc="-25" dirty="0"/>
              <a:t> </a:t>
            </a:r>
            <a:r>
              <a:rPr lang="en-IN" dirty="0"/>
              <a:t>function</a:t>
            </a:r>
          </a:p>
        </p:txBody>
      </p:sp>
    </p:spTree>
    <p:extLst>
      <p:ext uri="{BB962C8B-B14F-4D97-AF65-F5344CB8AC3E}">
        <p14:creationId xmlns:p14="http://schemas.microsoft.com/office/powerpoint/2010/main" val="148582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0"/>
          </p:nvPr>
        </p:nvSpPr>
        <p:spPr>
          <a:xfrm>
            <a:off x="228600" y="1545224"/>
            <a:ext cx="8915400" cy="4525963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High computational complexity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/>
              <a:t>The sigmoid function contains the exponential operation. Thus, the computation is inefficient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1F1F1F"/>
                </a:solidFill>
              </a:rPr>
              <a:t>Neuron Saturation problem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>
              <a:solidFill>
                <a:srgbClr val="1F1F1F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1F1F1F"/>
                </a:solidFill>
              </a:rPr>
              <a:t>Vanishing gradient problem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>
              <a:solidFill>
                <a:srgbClr val="1F1F1F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Nonzero-centered outputs</a:t>
            </a:r>
            <a:br>
              <a:rPr lang="en-US" dirty="0"/>
            </a:br>
            <a:endParaRPr lang="en-US" dirty="0">
              <a:solidFill>
                <a:srgbClr val="1F1F1F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Drawbacks of Sigmoid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4319039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916912" y="1238362"/>
            <a:ext cx="2032000" cy="2032000"/>
            <a:chOff x="1916912" y="381112"/>
            <a:chExt cx="2032000" cy="2032000"/>
          </a:xfrm>
        </p:grpSpPr>
        <p:sp>
          <p:nvSpPr>
            <p:cNvPr id="3" name="object 3"/>
            <p:cNvSpPr/>
            <p:nvPr/>
          </p:nvSpPr>
          <p:spPr>
            <a:xfrm>
              <a:off x="1921674" y="385874"/>
              <a:ext cx="2022475" cy="2022475"/>
            </a:xfrm>
            <a:custGeom>
              <a:avLst/>
              <a:gdLst/>
              <a:ahLst/>
              <a:cxnLst/>
              <a:rect l="l" t="t" r="r" b="b"/>
              <a:pathLst>
                <a:path w="2022475" h="2022475">
                  <a:moveTo>
                    <a:pt x="1010999" y="2021999"/>
                  </a:moveTo>
                  <a:lnTo>
                    <a:pt x="963407" y="2020899"/>
                  </a:lnTo>
                  <a:lnTo>
                    <a:pt x="916381" y="2017630"/>
                  </a:lnTo>
                  <a:lnTo>
                    <a:pt x="869970" y="2012241"/>
                  </a:lnTo>
                  <a:lnTo>
                    <a:pt x="824222" y="2004781"/>
                  </a:lnTo>
                  <a:lnTo>
                    <a:pt x="779186" y="1995298"/>
                  </a:lnTo>
                  <a:lnTo>
                    <a:pt x="734911" y="1983841"/>
                  </a:lnTo>
                  <a:lnTo>
                    <a:pt x="691445" y="1970458"/>
                  </a:lnTo>
                  <a:lnTo>
                    <a:pt x="648837" y="1955198"/>
                  </a:lnTo>
                  <a:lnTo>
                    <a:pt x="607135" y="1938109"/>
                  </a:lnTo>
                  <a:lnTo>
                    <a:pt x="566387" y="1919240"/>
                  </a:lnTo>
                  <a:lnTo>
                    <a:pt x="526643" y="1898640"/>
                  </a:lnTo>
                  <a:lnTo>
                    <a:pt x="487951" y="1876357"/>
                  </a:lnTo>
                  <a:lnTo>
                    <a:pt x="450359" y="1852439"/>
                  </a:lnTo>
                  <a:lnTo>
                    <a:pt x="413916" y="1826935"/>
                  </a:lnTo>
                  <a:lnTo>
                    <a:pt x="378671" y="1799894"/>
                  </a:lnTo>
                  <a:lnTo>
                    <a:pt x="344671" y="1771364"/>
                  </a:lnTo>
                  <a:lnTo>
                    <a:pt x="311966" y="1741394"/>
                  </a:lnTo>
                  <a:lnTo>
                    <a:pt x="280605" y="1710033"/>
                  </a:lnTo>
                  <a:lnTo>
                    <a:pt x="250635" y="1677328"/>
                  </a:lnTo>
                  <a:lnTo>
                    <a:pt x="222105" y="1643328"/>
                  </a:lnTo>
                  <a:lnTo>
                    <a:pt x="195064" y="1608083"/>
                  </a:lnTo>
                  <a:lnTo>
                    <a:pt x="169560" y="1571640"/>
                  </a:lnTo>
                  <a:lnTo>
                    <a:pt x="145642" y="1534048"/>
                  </a:lnTo>
                  <a:lnTo>
                    <a:pt x="123359" y="1495356"/>
                  </a:lnTo>
                  <a:lnTo>
                    <a:pt x="102759" y="1455612"/>
                  </a:lnTo>
                  <a:lnTo>
                    <a:pt x="83890" y="1414864"/>
                  </a:lnTo>
                  <a:lnTo>
                    <a:pt x="66801" y="1373162"/>
                  </a:lnTo>
                  <a:lnTo>
                    <a:pt x="51541" y="1330554"/>
                  </a:lnTo>
                  <a:lnTo>
                    <a:pt x="38158" y="1287088"/>
                  </a:lnTo>
                  <a:lnTo>
                    <a:pt x="26701" y="1242813"/>
                  </a:lnTo>
                  <a:lnTo>
                    <a:pt x="17218" y="1197777"/>
                  </a:lnTo>
                  <a:lnTo>
                    <a:pt x="9758" y="1152029"/>
                  </a:lnTo>
                  <a:lnTo>
                    <a:pt x="4369" y="1105618"/>
                  </a:lnTo>
                  <a:lnTo>
                    <a:pt x="1100" y="1058592"/>
                  </a:lnTo>
                  <a:lnTo>
                    <a:pt x="0" y="1010999"/>
                  </a:lnTo>
                  <a:lnTo>
                    <a:pt x="1100" y="963407"/>
                  </a:lnTo>
                  <a:lnTo>
                    <a:pt x="4369" y="916381"/>
                  </a:lnTo>
                  <a:lnTo>
                    <a:pt x="9758" y="869970"/>
                  </a:lnTo>
                  <a:lnTo>
                    <a:pt x="17218" y="824222"/>
                  </a:lnTo>
                  <a:lnTo>
                    <a:pt x="26701" y="779186"/>
                  </a:lnTo>
                  <a:lnTo>
                    <a:pt x="38158" y="734911"/>
                  </a:lnTo>
                  <a:lnTo>
                    <a:pt x="51541" y="691445"/>
                  </a:lnTo>
                  <a:lnTo>
                    <a:pt x="66801" y="648837"/>
                  </a:lnTo>
                  <a:lnTo>
                    <a:pt x="83890" y="607135"/>
                  </a:lnTo>
                  <a:lnTo>
                    <a:pt x="102759" y="566387"/>
                  </a:lnTo>
                  <a:lnTo>
                    <a:pt x="123359" y="526643"/>
                  </a:lnTo>
                  <a:lnTo>
                    <a:pt x="145642" y="487951"/>
                  </a:lnTo>
                  <a:lnTo>
                    <a:pt x="169560" y="450359"/>
                  </a:lnTo>
                  <a:lnTo>
                    <a:pt x="195064" y="413916"/>
                  </a:lnTo>
                  <a:lnTo>
                    <a:pt x="222105" y="378671"/>
                  </a:lnTo>
                  <a:lnTo>
                    <a:pt x="250635" y="344671"/>
                  </a:lnTo>
                  <a:lnTo>
                    <a:pt x="280605" y="311966"/>
                  </a:lnTo>
                  <a:lnTo>
                    <a:pt x="311966" y="280605"/>
                  </a:lnTo>
                  <a:lnTo>
                    <a:pt x="344671" y="250635"/>
                  </a:lnTo>
                  <a:lnTo>
                    <a:pt x="378671" y="222105"/>
                  </a:lnTo>
                  <a:lnTo>
                    <a:pt x="413916" y="195064"/>
                  </a:lnTo>
                  <a:lnTo>
                    <a:pt x="450359" y="169560"/>
                  </a:lnTo>
                  <a:lnTo>
                    <a:pt x="487951" y="145642"/>
                  </a:lnTo>
                  <a:lnTo>
                    <a:pt x="526643" y="123359"/>
                  </a:lnTo>
                  <a:lnTo>
                    <a:pt x="566387" y="102759"/>
                  </a:lnTo>
                  <a:lnTo>
                    <a:pt x="607135" y="83890"/>
                  </a:lnTo>
                  <a:lnTo>
                    <a:pt x="648837" y="66801"/>
                  </a:lnTo>
                  <a:lnTo>
                    <a:pt x="691445" y="51541"/>
                  </a:lnTo>
                  <a:lnTo>
                    <a:pt x="734911" y="38158"/>
                  </a:lnTo>
                  <a:lnTo>
                    <a:pt x="779186" y="26701"/>
                  </a:lnTo>
                  <a:lnTo>
                    <a:pt x="824222" y="17218"/>
                  </a:lnTo>
                  <a:lnTo>
                    <a:pt x="869970" y="9758"/>
                  </a:lnTo>
                  <a:lnTo>
                    <a:pt x="916381" y="4369"/>
                  </a:lnTo>
                  <a:lnTo>
                    <a:pt x="963407" y="1100"/>
                  </a:lnTo>
                  <a:lnTo>
                    <a:pt x="1010999" y="0"/>
                  </a:lnTo>
                  <a:lnTo>
                    <a:pt x="1061132" y="1242"/>
                  </a:lnTo>
                  <a:lnTo>
                    <a:pt x="1110924" y="4947"/>
                  </a:lnTo>
                  <a:lnTo>
                    <a:pt x="1160294" y="11079"/>
                  </a:lnTo>
                  <a:lnTo>
                    <a:pt x="1209157" y="19605"/>
                  </a:lnTo>
                  <a:lnTo>
                    <a:pt x="1257431" y="30490"/>
                  </a:lnTo>
                  <a:lnTo>
                    <a:pt x="1305034" y="43700"/>
                  </a:lnTo>
                  <a:lnTo>
                    <a:pt x="1351882" y="59201"/>
                  </a:lnTo>
                  <a:lnTo>
                    <a:pt x="1397892" y="76957"/>
                  </a:lnTo>
                  <a:lnTo>
                    <a:pt x="1442983" y="96936"/>
                  </a:lnTo>
                  <a:lnTo>
                    <a:pt x="1487070" y="119102"/>
                  </a:lnTo>
                  <a:lnTo>
                    <a:pt x="1530071" y="143421"/>
                  </a:lnTo>
                  <a:lnTo>
                    <a:pt x="1571903" y="169859"/>
                  </a:lnTo>
                  <a:lnTo>
                    <a:pt x="1612483" y="198382"/>
                  </a:lnTo>
                  <a:lnTo>
                    <a:pt x="1651729" y="228955"/>
                  </a:lnTo>
                  <a:lnTo>
                    <a:pt x="1689557" y="261544"/>
                  </a:lnTo>
                  <a:lnTo>
                    <a:pt x="1725884" y="296115"/>
                  </a:lnTo>
                  <a:lnTo>
                    <a:pt x="1760455" y="332442"/>
                  </a:lnTo>
                  <a:lnTo>
                    <a:pt x="1793044" y="370270"/>
                  </a:lnTo>
                  <a:lnTo>
                    <a:pt x="1823617" y="409516"/>
                  </a:lnTo>
                  <a:lnTo>
                    <a:pt x="1852140" y="450096"/>
                  </a:lnTo>
                  <a:lnTo>
                    <a:pt x="1878578" y="491928"/>
                  </a:lnTo>
                  <a:lnTo>
                    <a:pt x="1902897" y="534929"/>
                  </a:lnTo>
                  <a:lnTo>
                    <a:pt x="1925063" y="579016"/>
                  </a:lnTo>
                  <a:lnTo>
                    <a:pt x="1945042" y="624107"/>
                  </a:lnTo>
                  <a:lnTo>
                    <a:pt x="1962798" y="670117"/>
                  </a:lnTo>
                  <a:lnTo>
                    <a:pt x="1978299" y="716965"/>
                  </a:lnTo>
                  <a:lnTo>
                    <a:pt x="1991509" y="764568"/>
                  </a:lnTo>
                  <a:lnTo>
                    <a:pt x="2002394" y="812842"/>
                  </a:lnTo>
                  <a:lnTo>
                    <a:pt x="2010920" y="861705"/>
                  </a:lnTo>
                  <a:lnTo>
                    <a:pt x="2017052" y="911075"/>
                  </a:lnTo>
                  <a:lnTo>
                    <a:pt x="2020757" y="960867"/>
                  </a:lnTo>
                  <a:lnTo>
                    <a:pt x="2021999" y="1010999"/>
                  </a:lnTo>
                  <a:lnTo>
                    <a:pt x="2020899" y="1058592"/>
                  </a:lnTo>
                  <a:lnTo>
                    <a:pt x="2017630" y="1105618"/>
                  </a:lnTo>
                  <a:lnTo>
                    <a:pt x="2012241" y="1152029"/>
                  </a:lnTo>
                  <a:lnTo>
                    <a:pt x="2004781" y="1197777"/>
                  </a:lnTo>
                  <a:lnTo>
                    <a:pt x="1995298" y="1242813"/>
                  </a:lnTo>
                  <a:lnTo>
                    <a:pt x="1983841" y="1287088"/>
                  </a:lnTo>
                  <a:lnTo>
                    <a:pt x="1970458" y="1330554"/>
                  </a:lnTo>
                  <a:lnTo>
                    <a:pt x="1955198" y="1373162"/>
                  </a:lnTo>
                  <a:lnTo>
                    <a:pt x="1938109" y="1414864"/>
                  </a:lnTo>
                  <a:lnTo>
                    <a:pt x="1919240" y="1455612"/>
                  </a:lnTo>
                  <a:lnTo>
                    <a:pt x="1898640" y="1495356"/>
                  </a:lnTo>
                  <a:lnTo>
                    <a:pt x="1876357" y="1534048"/>
                  </a:lnTo>
                  <a:lnTo>
                    <a:pt x="1852439" y="1571640"/>
                  </a:lnTo>
                  <a:lnTo>
                    <a:pt x="1826935" y="1608083"/>
                  </a:lnTo>
                  <a:lnTo>
                    <a:pt x="1799894" y="1643328"/>
                  </a:lnTo>
                  <a:lnTo>
                    <a:pt x="1771364" y="1677328"/>
                  </a:lnTo>
                  <a:lnTo>
                    <a:pt x="1741394" y="1710033"/>
                  </a:lnTo>
                  <a:lnTo>
                    <a:pt x="1710033" y="1741394"/>
                  </a:lnTo>
                  <a:lnTo>
                    <a:pt x="1677328" y="1771364"/>
                  </a:lnTo>
                  <a:lnTo>
                    <a:pt x="1643328" y="1799894"/>
                  </a:lnTo>
                  <a:lnTo>
                    <a:pt x="1608083" y="1826935"/>
                  </a:lnTo>
                  <a:lnTo>
                    <a:pt x="1571640" y="1852439"/>
                  </a:lnTo>
                  <a:lnTo>
                    <a:pt x="1534048" y="1876357"/>
                  </a:lnTo>
                  <a:lnTo>
                    <a:pt x="1495356" y="1898640"/>
                  </a:lnTo>
                  <a:lnTo>
                    <a:pt x="1455612" y="1919240"/>
                  </a:lnTo>
                  <a:lnTo>
                    <a:pt x="1414864" y="1938109"/>
                  </a:lnTo>
                  <a:lnTo>
                    <a:pt x="1373162" y="1955198"/>
                  </a:lnTo>
                  <a:lnTo>
                    <a:pt x="1330554" y="1970458"/>
                  </a:lnTo>
                  <a:lnTo>
                    <a:pt x="1287088" y="1983841"/>
                  </a:lnTo>
                  <a:lnTo>
                    <a:pt x="1242812" y="1995298"/>
                  </a:lnTo>
                  <a:lnTo>
                    <a:pt x="1197777" y="2004781"/>
                  </a:lnTo>
                  <a:lnTo>
                    <a:pt x="1152029" y="2012241"/>
                  </a:lnTo>
                  <a:lnTo>
                    <a:pt x="1105618" y="2017630"/>
                  </a:lnTo>
                  <a:lnTo>
                    <a:pt x="1058592" y="2020899"/>
                  </a:lnTo>
                  <a:lnTo>
                    <a:pt x="1010999" y="2021999"/>
                  </a:lnTo>
                  <a:close/>
                </a:path>
              </a:pathLst>
            </a:custGeom>
            <a:solidFill>
              <a:srgbClr val="F3F3F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1921674" y="385874"/>
              <a:ext cx="2022475" cy="2022475"/>
            </a:xfrm>
            <a:custGeom>
              <a:avLst/>
              <a:gdLst/>
              <a:ahLst/>
              <a:cxnLst/>
              <a:rect l="l" t="t" r="r" b="b"/>
              <a:pathLst>
                <a:path w="2022475" h="2022475">
                  <a:moveTo>
                    <a:pt x="0" y="1010999"/>
                  </a:moveTo>
                  <a:lnTo>
                    <a:pt x="1100" y="963407"/>
                  </a:lnTo>
                  <a:lnTo>
                    <a:pt x="4369" y="916381"/>
                  </a:lnTo>
                  <a:lnTo>
                    <a:pt x="9758" y="869970"/>
                  </a:lnTo>
                  <a:lnTo>
                    <a:pt x="17218" y="824222"/>
                  </a:lnTo>
                  <a:lnTo>
                    <a:pt x="26701" y="779186"/>
                  </a:lnTo>
                  <a:lnTo>
                    <a:pt x="38158" y="734911"/>
                  </a:lnTo>
                  <a:lnTo>
                    <a:pt x="51541" y="691445"/>
                  </a:lnTo>
                  <a:lnTo>
                    <a:pt x="66801" y="648837"/>
                  </a:lnTo>
                  <a:lnTo>
                    <a:pt x="83890" y="607135"/>
                  </a:lnTo>
                  <a:lnTo>
                    <a:pt x="102759" y="566387"/>
                  </a:lnTo>
                  <a:lnTo>
                    <a:pt x="123359" y="526643"/>
                  </a:lnTo>
                  <a:lnTo>
                    <a:pt x="145642" y="487951"/>
                  </a:lnTo>
                  <a:lnTo>
                    <a:pt x="169560" y="450359"/>
                  </a:lnTo>
                  <a:lnTo>
                    <a:pt x="195064" y="413916"/>
                  </a:lnTo>
                  <a:lnTo>
                    <a:pt x="222105" y="378671"/>
                  </a:lnTo>
                  <a:lnTo>
                    <a:pt x="250635" y="344671"/>
                  </a:lnTo>
                  <a:lnTo>
                    <a:pt x="280605" y="311966"/>
                  </a:lnTo>
                  <a:lnTo>
                    <a:pt x="311966" y="280605"/>
                  </a:lnTo>
                  <a:lnTo>
                    <a:pt x="344671" y="250635"/>
                  </a:lnTo>
                  <a:lnTo>
                    <a:pt x="378671" y="222105"/>
                  </a:lnTo>
                  <a:lnTo>
                    <a:pt x="413916" y="195064"/>
                  </a:lnTo>
                  <a:lnTo>
                    <a:pt x="450359" y="169560"/>
                  </a:lnTo>
                  <a:lnTo>
                    <a:pt x="487951" y="145642"/>
                  </a:lnTo>
                  <a:lnTo>
                    <a:pt x="526643" y="123359"/>
                  </a:lnTo>
                  <a:lnTo>
                    <a:pt x="566387" y="102759"/>
                  </a:lnTo>
                  <a:lnTo>
                    <a:pt x="607135" y="83890"/>
                  </a:lnTo>
                  <a:lnTo>
                    <a:pt x="648837" y="66801"/>
                  </a:lnTo>
                  <a:lnTo>
                    <a:pt x="691445" y="51541"/>
                  </a:lnTo>
                  <a:lnTo>
                    <a:pt x="734911" y="38158"/>
                  </a:lnTo>
                  <a:lnTo>
                    <a:pt x="779186" y="26701"/>
                  </a:lnTo>
                  <a:lnTo>
                    <a:pt x="824222" y="17218"/>
                  </a:lnTo>
                  <a:lnTo>
                    <a:pt x="869970" y="9758"/>
                  </a:lnTo>
                  <a:lnTo>
                    <a:pt x="916381" y="4369"/>
                  </a:lnTo>
                  <a:lnTo>
                    <a:pt x="963407" y="1100"/>
                  </a:lnTo>
                  <a:lnTo>
                    <a:pt x="1010999" y="0"/>
                  </a:lnTo>
                  <a:lnTo>
                    <a:pt x="1061132" y="1242"/>
                  </a:lnTo>
                  <a:lnTo>
                    <a:pt x="1110924" y="4947"/>
                  </a:lnTo>
                  <a:lnTo>
                    <a:pt x="1160294" y="11079"/>
                  </a:lnTo>
                  <a:lnTo>
                    <a:pt x="1209157" y="19605"/>
                  </a:lnTo>
                  <a:lnTo>
                    <a:pt x="1257431" y="30490"/>
                  </a:lnTo>
                  <a:lnTo>
                    <a:pt x="1305034" y="43700"/>
                  </a:lnTo>
                  <a:lnTo>
                    <a:pt x="1351882" y="59201"/>
                  </a:lnTo>
                  <a:lnTo>
                    <a:pt x="1397892" y="76957"/>
                  </a:lnTo>
                  <a:lnTo>
                    <a:pt x="1442983" y="96936"/>
                  </a:lnTo>
                  <a:lnTo>
                    <a:pt x="1487070" y="119102"/>
                  </a:lnTo>
                  <a:lnTo>
                    <a:pt x="1530071" y="143421"/>
                  </a:lnTo>
                  <a:lnTo>
                    <a:pt x="1571903" y="169859"/>
                  </a:lnTo>
                  <a:lnTo>
                    <a:pt x="1612483" y="198382"/>
                  </a:lnTo>
                  <a:lnTo>
                    <a:pt x="1651729" y="228955"/>
                  </a:lnTo>
                  <a:lnTo>
                    <a:pt x="1689557" y="261544"/>
                  </a:lnTo>
                  <a:lnTo>
                    <a:pt x="1725884" y="296115"/>
                  </a:lnTo>
                  <a:lnTo>
                    <a:pt x="1760455" y="332442"/>
                  </a:lnTo>
                  <a:lnTo>
                    <a:pt x="1793044" y="370270"/>
                  </a:lnTo>
                  <a:lnTo>
                    <a:pt x="1823617" y="409516"/>
                  </a:lnTo>
                  <a:lnTo>
                    <a:pt x="1852140" y="450096"/>
                  </a:lnTo>
                  <a:lnTo>
                    <a:pt x="1878578" y="491928"/>
                  </a:lnTo>
                  <a:lnTo>
                    <a:pt x="1902897" y="534929"/>
                  </a:lnTo>
                  <a:lnTo>
                    <a:pt x="1925063" y="579016"/>
                  </a:lnTo>
                  <a:lnTo>
                    <a:pt x="1945042" y="624107"/>
                  </a:lnTo>
                  <a:lnTo>
                    <a:pt x="1962798" y="670117"/>
                  </a:lnTo>
                  <a:lnTo>
                    <a:pt x="1978299" y="716965"/>
                  </a:lnTo>
                  <a:lnTo>
                    <a:pt x="1991509" y="764568"/>
                  </a:lnTo>
                  <a:lnTo>
                    <a:pt x="2002394" y="812842"/>
                  </a:lnTo>
                  <a:lnTo>
                    <a:pt x="2010920" y="861705"/>
                  </a:lnTo>
                  <a:lnTo>
                    <a:pt x="2017052" y="911075"/>
                  </a:lnTo>
                  <a:lnTo>
                    <a:pt x="2020757" y="960867"/>
                  </a:lnTo>
                  <a:lnTo>
                    <a:pt x="2021999" y="1010999"/>
                  </a:lnTo>
                  <a:lnTo>
                    <a:pt x="2020899" y="1058592"/>
                  </a:lnTo>
                  <a:lnTo>
                    <a:pt x="2017630" y="1105618"/>
                  </a:lnTo>
                  <a:lnTo>
                    <a:pt x="2012241" y="1152029"/>
                  </a:lnTo>
                  <a:lnTo>
                    <a:pt x="2004781" y="1197777"/>
                  </a:lnTo>
                  <a:lnTo>
                    <a:pt x="1995298" y="1242813"/>
                  </a:lnTo>
                  <a:lnTo>
                    <a:pt x="1983841" y="1287088"/>
                  </a:lnTo>
                  <a:lnTo>
                    <a:pt x="1970458" y="1330554"/>
                  </a:lnTo>
                  <a:lnTo>
                    <a:pt x="1955198" y="1373162"/>
                  </a:lnTo>
                  <a:lnTo>
                    <a:pt x="1938109" y="1414864"/>
                  </a:lnTo>
                  <a:lnTo>
                    <a:pt x="1919240" y="1455612"/>
                  </a:lnTo>
                  <a:lnTo>
                    <a:pt x="1898640" y="1495356"/>
                  </a:lnTo>
                  <a:lnTo>
                    <a:pt x="1876357" y="1534048"/>
                  </a:lnTo>
                  <a:lnTo>
                    <a:pt x="1852439" y="1571640"/>
                  </a:lnTo>
                  <a:lnTo>
                    <a:pt x="1826935" y="1608083"/>
                  </a:lnTo>
                  <a:lnTo>
                    <a:pt x="1799894" y="1643328"/>
                  </a:lnTo>
                  <a:lnTo>
                    <a:pt x="1771364" y="1677328"/>
                  </a:lnTo>
                  <a:lnTo>
                    <a:pt x="1741394" y="1710033"/>
                  </a:lnTo>
                  <a:lnTo>
                    <a:pt x="1710033" y="1741394"/>
                  </a:lnTo>
                  <a:lnTo>
                    <a:pt x="1677328" y="1771364"/>
                  </a:lnTo>
                  <a:lnTo>
                    <a:pt x="1643328" y="1799894"/>
                  </a:lnTo>
                  <a:lnTo>
                    <a:pt x="1608083" y="1826935"/>
                  </a:lnTo>
                  <a:lnTo>
                    <a:pt x="1571640" y="1852439"/>
                  </a:lnTo>
                  <a:lnTo>
                    <a:pt x="1534048" y="1876357"/>
                  </a:lnTo>
                  <a:lnTo>
                    <a:pt x="1495356" y="1898640"/>
                  </a:lnTo>
                  <a:lnTo>
                    <a:pt x="1455612" y="1919240"/>
                  </a:lnTo>
                  <a:lnTo>
                    <a:pt x="1414864" y="1938109"/>
                  </a:lnTo>
                  <a:lnTo>
                    <a:pt x="1373162" y="1955198"/>
                  </a:lnTo>
                  <a:lnTo>
                    <a:pt x="1330554" y="1970458"/>
                  </a:lnTo>
                  <a:lnTo>
                    <a:pt x="1287088" y="1983841"/>
                  </a:lnTo>
                  <a:lnTo>
                    <a:pt x="1242812" y="1995298"/>
                  </a:lnTo>
                  <a:lnTo>
                    <a:pt x="1197777" y="2004781"/>
                  </a:lnTo>
                  <a:lnTo>
                    <a:pt x="1152029" y="2012241"/>
                  </a:lnTo>
                  <a:lnTo>
                    <a:pt x="1105618" y="2017630"/>
                  </a:lnTo>
                  <a:lnTo>
                    <a:pt x="1058592" y="2020899"/>
                  </a:lnTo>
                  <a:lnTo>
                    <a:pt x="1010999" y="2021999"/>
                  </a:lnTo>
                  <a:lnTo>
                    <a:pt x="963407" y="2020899"/>
                  </a:lnTo>
                  <a:lnTo>
                    <a:pt x="916381" y="2017630"/>
                  </a:lnTo>
                  <a:lnTo>
                    <a:pt x="869970" y="2012241"/>
                  </a:lnTo>
                  <a:lnTo>
                    <a:pt x="824222" y="2004781"/>
                  </a:lnTo>
                  <a:lnTo>
                    <a:pt x="779186" y="1995298"/>
                  </a:lnTo>
                  <a:lnTo>
                    <a:pt x="734911" y="1983841"/>
                  </a:lnTo>
                  <a:lnTo>
                    <a:pt x="691445" y="1970458"/>
                  </a:lnTo>
                  <a:lnTo>
                    <a:pt x="648837" y="1955198"/>
                  </a:lnTo>
                  <a:lnTo>
                    <a:pt x="607135" y="1938109"/>
                  </a:lnTo>
                  <a:lnTo>
                    <a:pt x="566387" y="1919240"/>
                  </a:lnTo>
                  <a:lnTo>
                    <a:pt x="526643" y="1898640"/>
                  </a:lnTo>
                  <a:lnTo>
                    <a:pt x="487951" y="1876357"/>
                  </a:lnTo>
                  <a:lnTo>
                    <a:pt x="450359" y="1852439"/>
                  </a:lnTo>
                  <a:lnTo>
                    <a:pt x="413916" y="1826935"/>
                  </a:lnTo>
                  <a:lnTo>
                    <a:pt x="378671" y="1799894"/>
                  </a:lnTo>
                  <a:lnTo>
                    <a:pt x="344671" y="1771364"/>
                  </a:lnTo>
                  <a:lnTo>
                    <a:pt x="311966" y="1741394"/>
                  </a:lnTo>
                  <a:lnTo>
                    <a:pt x="280605" y="1710033"/>
                  </a:lnTo>
                  <a:lnTo>
                    <a:pt x="250635" y="1677328"/>
                  </a:lnTo>
                  <a:lnTo>
                    <a:pt x="222105" y="1643328"/>
                  </a:lnTo>
                  <a:lnTo>
                    <a:pt x="195064" y="1608083"/>
                  </a:lnTo>
                  <a:lnTo>
                    <a:pt x="169560" y="1571640"/>
                  </a:lnTo>
                  <a:lnTo>
                    <a:pt x="145642" y="1534048"/>
                  </a:lnTo>
                  <a:lnTo>
                    <a:pt x="123359" y="1495356"/>
                  </a:lnTo>
                  <a:lnTo>
                    <a:pt x="102759" y="1455612"/>
                  </a:lnTo>
                  <a:lnTo>
                    <a:pt x="83890" y="1414864"/>
                  </a:lnTo>
                  <a:lnTo>
                    <a:pt x="66801" y="1373162"/>
                  </a:lnTo>
                  <a:lnTo>
                    <a:pt x="51541" y="1330554"/>
                  </a:lnTo>
                  <a:lnTo>
                    <a:pt x="38158" y="1287088"/>
                  </a:lnTo>
                  <a:lnTo>
                    <a:pt x="26701" y="1242813"/>
                  </a:lnTo>
                  <a:lnTo>
                    <a:pt x="17218" y="1197777"/>
                  </a:lnTo>
                  <a:lnTo>
                    <a:pt x="9758" y="1152029"/>
                  </a:lnTo>
                  <a:lnTo>
                    <a:pt x="4369" y="1105618"/>
                  </a:lnTo>
                  <a:lnTo>
                    <a:pt x="1100" y="1058592"/>
                  </a:lnTo>
                  <a:lnTo>
                    <a:pt x="0" y="1010999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228600" y="328112"/>
            <a:ext cx="8160907" cy="562975"/>
          </a:xfrm>
          <a:prstGeom prst="rect">
            <a:avLst/>
          </a:prstGeom>
        </p:spPr>
        <p:txBody>
          <a:bodyPr vert="horz" wrap="square" lIns="0" tIns="8890" rIns="0" bIns="0" rtlCol="0" anchor="ctr">
            <a:spAutoFit/>
          </a:bodyPr>
          <a:lstStyle/>
          <a:p>
            <a:r>
              <a:rPr lang="en-US" dirty="0">
                <a:solidFill>
                  <a:srgbClr val="1F1F1F"/>
                </a:solidFill>
              </a:rPr>
              <a:t>Neuron Saturation problem</a:t>
            </a:r>
            <a:endParaRPr lang="en-IN" dirty="0"/>
          </a:p>
        </p:txBody>
      </p:sp>
      <p:sp>
        <p:nvSpPr>
          <p:cNvPr id="31" name="object 31"/>
          <p:cNvSpPr txBox="1">
            <a:spLocks noGrp="1"/>
          </p:cNvSpPr>
          <p:nvPr>
            <p:ph type="dt" sz="half" idx="4294967295"/>
          </p:nvPr>
        </p:nvSpPr>
        <p:spPr>
          <a:xfrm>
            <a:off x="0" y="6578600"/>
            <a:ext cx="2819400" cy="279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sz="800" spc="-5" dirty="0"/>
              <a:t>Fei-Fei</a:t>
            </a:r>
            <a:r>
              <a:rPr sz="800" spc="-20" dirty="0"/>
              <a:t> </a:t>
            </a:r>
            <a:r>
              <a:rPr sz="800" spc="-5" dirty="0"/>
              <a:t>Li</a:t>
            </a:r>
            <a:r>
              <a:rPr sz="800" spc="-15" dirty="0"/>
              <a:t> </a:t>
            </a:r>
            <a:r>
              <a:rPr sz="800" dirty="0"/>
              <a:t>&amp;</a:t>
            </a:r>
            <a:r>
              <a:rPr sz="800" spc="-20" dirty="0"/>
              <a:t> </a:t>
            </a:r>
            <a:r>
              <a:rPr sz="800" dirty="0"/>
              <a:t>Justin</a:t>
            </a:r>
            <a:r>
              <a:rPr sz="800" spc="-20" dirty="0"/>
              <a:t> </a:t>
            </a:r>
            <a:r>
              <a:rPr sz="800" dirty="0"/>
              <a:t>Johnson</a:t>
            </a:r>
            <a:r>
              <a:rPr sz="800" spc="-15" dirty="0"/>
              <a:t> </a:t>
            </a:r>
            <a:r>
              <a:rPr sz="800" dirty="0"/>
              <a:t>&amp;</a:t>
            </a:r>
            <a:r>
              <a:rPr sz="800" spc="-20" dirty="0"/>
              <a:t> </a:t>
            </a:r>
            <a:r>
              <a:rPr sz="800" spc="-5" dirty="0"/>
              <a:t>Serena</a:t>
            </a:r>
            <a:r>
              <a:rPr sz="800" spc="-25" dirty="0"/>
              <a:t> </a:t>
            </a:r>
            <a:r>
              <a:rPr sz="800" spc="-5" dirty="0"/>
              <a:t>Yeung</a:t>
            </a:r>
          </a:p>
        </p:txBody>
      </p:sp>
      <p:grpSp>
        <p:nvGrpSpPr>
          <p:cNvPr id="6" name="object 6"/>
          <p:cNvGrpSpPr/>
          <p:nvPr/>
        </p:nvGrpSpPr>
        <p:grpSpPr>
          <a:xfrm>
            <a:off x="291494" y="1871076"/>
            <a:ext cx="5478780" cy="1303655"/>
            <a:chOff x="291494" y="1013825"/>
            <a:chExt cx="5478780" cy="1303655"/>
          </a:xfrm>
        </p:grpSpPr>
        <p:sp>
          <p:nvSpPr>
            <p:cNvPr id="7" name="object 7"/>
            <p:cNvSpPr/>
            <p:nvPr/>
          </p:nvSpPr>
          <p:spPr>
            <a:xfrm>
              <a:off x="364375" y="1396875"/>
              <a:ext cx="1443355" cy="0"/>
            </a:xfrm>
            <a:custGeom>
              <a:avLst/>
              <a:gdLst/>
              <a:ahLst/>
              <a:cxnLst/>
              <a:rect l="l" t="t" r="r" b="b"/>
              <a:pathLst>
                <a:path w="1443355">
                  <a:moveTo>
                    <a:pt x="0" y="0"/>
                  </a:moveTo>
                  <a:lnTo>
                    <a:pt x="1442999" y="0"/>
                  </a:lnTo>
                </a:path>
              </a:pathLst>
            </a:custGeom>
            <a:ln w="19049">
              <a:solidFill>
                <a:srgbClr val="37761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797850" y="1355884"/>
              <a:ext cx="105500" cy="81980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3943674" y="1396875"/>
              <a:ext cx="1634489" cy="0"/>
            </a:xfrm>
            <a:custGeom>
              <a:avLst/>
              <a:gdLst/>
              <a:ahLst/>
              <a:cxnLst/>
              <a:rect l="l" t="t" r="r" b="b"/>
              <a:pathLst>
                <a:path w="1634489">
                  <a:moveTo>
                    <a:pt x="0" y="0"/>
                  </a:moveTo>
                  <a:lnTo>
                    <a:pt x="1634099" y="0"/>
                  </a:lnTo>
                </a:path>
              </a:pathLst>
            </a:custGeom>
            <a:ln w="19049">
              <a:solidFill>
                <a:srgbClr val="37761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568249" y="1355884"/>
              <a:ext cx="105500" cy="81980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093224" y="1023350"/>
              <a:ext cx="1666903" cy="282299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4088461" y="1018587"/>
              <a:ext cx="1677035" cy="292100"/>
            </a:xfrm>
            <a:custGeom>
              <a:avLst/>
              <a:gdLst/>
              <a:ahLst/>
              <a:cxnLst/>
              <a:rect l="l" t="t" r="r" b="b"/>
              <a:pathLst>
                <a:path w="1677035" h="292100">
                  <a:moveTo>
                    <a:pt x="0" y="0"/>
                  </a:moveTo>
                  <a:lnTo>
                    <a:pt x="1676428" y="0"/>
                  </a:lnTo>
                  <a:lnTo>
                    <a:pt x="1676428" y="291824"/>
                  </a:lnTo>
                  <a:lnTo>
                    <a:pt x="0" y="291824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37761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121594" y="1542527"/>
              <a:ext cx="1534795" cy="0"/>
            </a:xfrm>
            <a:custGeom>
              <a:avLst/>
              <a:gdLst/>
              <a:ahLst/>
              <a:cxnLst/>
              <a:rect l="l" t="t" r="r" b="b"/>
              <a:pathLst>
                <a:path w="1534795">
                  <a:moveTo>
                    <a:pt x="1534199" y="0"/>
                  </a:moveTo>
                  <a:lnTo>
                    <a:pt x="0" y="0"/>
                  </a:lnTo>
                </a:path>
              </a:pathLst>
            </a:custGeom>
            <a:ln w="19049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025618" y="1501536"/>
              <a:ext cx="105500" cy="81980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387469" y="1542527"/>
              <a:ext cx="1534795" cy="0"/>
            </a:xfrm>
            <a:custGeom>
              <a:avLst/>
              <a:gdLst/>
              <a:ahLst/>
              <a:cxnLst/>
              <a:rect l="l" t="t" r="r" b="b"/>
              <a:pathLst>
                <a:path w="1534795">
                  <a:moveTo>
                    <a:pt x="1534199" y="0"/>
                  </a:moveTo>
                  <a:lnTo>
                    <a:pt x="0" y="0"/>
                  </a:lnTo>
                </a:path>
              </a:pathLst>
            </a:custGeom>
            <a:ln w="19049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91494" y="1501536"/>
              <a:ext cx="105500" cy="81980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627262" y="1642028"/>
              <a:ext cx="381224" cy="626756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4622499" y="1637266"/>
              <a:ext cx="391160" cy="675640"/>
            </a:xfrm>
            <a:custGeom>
              <a:avLst/>
              <a:gdLst/>
              <a:ahLst/>
              <a:cxnLst/>
              <a:rect l="l" t="t" r="r" b="b"/>
              <a:pathLst>
                <a:path w="391160" h="675639">
                  <a:moveTo>
                    <a:pt x="0" y="0"/>
                  </a:moveTo>
                  <a:lnTo>
                    <a:pt x="390749" y="0"/>
                  </a:lnTo>
                  <a:lnTo>
                    <a:pt x="390749" y="675049"/>
                  </a:lnTo>
                  <a:lnTo>
                    <a:pt x="0" y="67504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042026" y="1179150"/>
              <a:ext cx="381199" cy="574719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2037263" y="1174387"/>
              <a:ext cx="391160" cy="584835"/>
            </a:xfrm>
            <a:custGeom>
              <a:avLst/>
              <a:gdLst/>
              <a:ahLst/>
              <a:cxnLst/>
              <a:rect l="l" t="t" r="r" b="b"/>
              <a:pathLst>
                <a:path w="391160" h="584835">
                  <a:moveTo>
                    <a:pt x="0" y="0"/>
                  </a:moveTo>
                  <a:lnTo>
                    <a:pt x="390724" y="0"/>
                  </a:lnTo>
                  <a:lnTo>
                    <a:pt x="390724" y="584245"/>
                  </a:lnTo>
                  <a:lnTo>
                    <a:pt x="0" y="584245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1" name="object 21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39862" y="1688170"/>
              <a:ext cx="1406123" cy="541245"/>
            </a:xfrm>
            <a:prstGeom prst="rect">
              <a:avLst/>
            </a:prstGeom>
          </p:spPr>
        </p:pic>
        <p:sp>
          <p:nvSpPr>
            <p:cNvPr id="22" name="object 22"/>
            <p:cNvSpPr/>
            <p:nvPr/>
          </p:nvSpPr>
          <p:spPr>
            <a:xfrm>
              <a:off x="435100" y="1683407"/>
              <a:ext cx="1416050" cy="584835"/>
            </a:xfrm>
            <a:custGeom>
              <a:avLst/>
              <a:gdLst/>
              <a:ahLst/>
              <a:cxnLst/>
              <a:rect l="l" t="t" r="r" b="b"/>
              <a:pathLst>
                <a:path w="1416050" h="584835">
                  <a:moveTo>
                    <a:pt x="0" y="0"/>
                  </a:moveTo>
                  <a:lnTo>
                    <a:pt x="1415648" y="0"/>
                  </a:lnTo>
                  <a:lnTo>
                    <a:pt x="1415648" y="584249"/>
                  </a:lnTo>
                  <a:lnTo>
                    <a:pt x="0" y="58424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1165925" y="1786633"/>
            <a:ext cx="1778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dirty="0">
                <a:latin typeface="Arial MT"/>
                <a:cs typeface="Arial MT"/>
              </a:rPr>
              <a:t>x</a:t>
            </a:r>
            <a:endParaRPr sz="2400">
              <a:latin typeface="Arial MT"/>
              <a:cs typeface="Arial MT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5965075" y="1283764"/>
            <a:ext cx="3034030" cy="1941195"/>
            <a:chOff x="5965075" y="426513"/>
            <a:chExt cx="3034030" cy="1941195"/>
          </a:xfrm>
        </p:grpSpPr>
        <p:pic>
          <p:nvPicPr>
            <p:cNvPr id="25" name="object 25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6125318" y="436038"/>
              <a:ext cx="2863656" cy="1883995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5969837" y="431275"/>
              <a:ext cx="3024505" cy="1931670"/>
            </a:xfrm>
            <a:custGeom>
              <a:avLst/>
              <a:gdLst/>
              <a:ahLst/>
              <a:cxnLst/>
              <a:rect l="l" t="t" r="r" b="b"/>
              <a:pathLst>
                <a:path w="3024504" h="1931670">
                  <a:moveTo>
                    <a:pt x="0" y="0"/>
                  </a:moveTo>
                  <a:lnTo>
                    <a:pt x="3023899" y="0"/>
                  </a:lnTo>
                  <a:lnTo>
                    <a:pt x="3023899" y="1931199"/>
                  </a:lnTo>
                  <a:lnTo>
                    <a:pt x="0" y="19311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7" name="object 27"/>
          <p:cNvSpPr txBox="1"/>
          <p:nvPr/>
        </p:nvSpPr>
        <p:spPr>
          <a:xfrm>
            <a:off x="537500" y="3768759"/>
            <a:ext cx="3994150" cy="1131079"/>
          </a:xfrm>
          <a:prstGeom prst="rect">
            <a:avLst/>
          </a:prstGeom>
        </p:spPr>
        <p:txBody>
          <a:bodyPr vert="horz" wrap="square" lIns="0" tIns="27940" rIns="0" bIns="0" rtlCol="0">
            <a:spAutoFit/>
          </a:bodyPr>
          <a:lstStyle/>
          <a:p>
            <a:pPr marL="12700" marR="5080">
              <a:lnSpc>
                <a:spcPts val="2850"/>
              </a:lnSpc>
              <a:spcBef>
                <a:spcPts val="220"/>
              </a:spcBef>
            </a:pPr>
            <a:r>
              <a:rPr sz="2400" spc="-5" dirty="0">
                <a:latin typeface="Cambria" panose="02040503050406030204" pitchFamily="18" charset="0"/>
                <a:ea typeface="Cambria" panose="02040503050406030204" pitchFamily="18" charset="0"/>
                <a:cs typeface="Arial MT"/>
              </a:rPr>
              <a:t>What</a:t>
            </a:r>
            <a:r>
              <a:rPr sz="2400" spc="-30" dirty="0">
                <a:latin typeface="Cambria" panose="02040503050406030204" pitchFamily="18" charset="0"/>
                <a:ea typeface="Cambria" panose="02040503050406030204" pitchFamily="18" charset="0"/>
                <a:cs typeface="Arial MT"/>
              </a:rPr>
              <a:t> </a:t>
            </a:r>
            <a:r>
              <a:rPr sz="2400" spc="-5" dirty="0">
                <a:latin typeface="Cambria" panose="02040503050406030204" pitchFamily="18" charset="0"/>
                <a:ea typeface="Cambria" panose="02040503050406030204" pitchFamily="18" charset="0"/>
                <a:cs typeface="Arial MT"/>
              </a:rPr>
              <a:t>happens</a:t>
            </a:r>
            <a:r>
              <a:rPr sz="2400" spc="-20" dirty="0">
                <a:latin typeface="Cambria" panose="02040503050406030204" pitchFamily="18" charset="0"/>
                <a:ea typeface="Cambria" panose="02040503050406030204" pitchFamily="18" charset="0"/>
                <a:cs typeface="Arial MT"/>
              </a:rPr>
              <a:t> </a:t>
            </a:r>
            <a:r>
              <a:rPr sz="2400" spc="-5" dirty="0">
                <a:latin typeface="Cambria" panose="02040503050406030204" pitchFamily="18" charset="0"/>
                <a:ea typeface="Cambria" panose="02040503050406030204" pitchFamily="18" charset="0"/>
                <a:cs typeface="Arial MT"/>
              </a:rPr>
              <a:t>when</a:t>
            </a:r>
            <a:r>
              <a:rPr sz="2400" spc="-20" dirty="0">
                <a:latin typeface="Cambria" panose="02040503050406030204" pitchFamily="18" charset="0"/>
                <a:ea typeface="Cambria" panose="02040503050406030204" pitchFamily="18" charset="0"/>
                <a:cs typeface="Arial MT"/>
              </a:rPr>
              <a:t> </a:t>
            </a:r>
            <a:r>
              <a:rPr sz="2400" dirty="0">
                <a:latin typeface="Cambria" panose="02040503050406030204" pitchFamily="18" charset="0"/>
                <a:ea typeface="Cambria" panose="02040503050406030204" pitchFamily="18" charset="0"/>
                <a:cs typeface="Arial MT"/>
              </a:rPr>
              <a:t>x</a:t>
            </a:r>
            <a:r>
              <a:rPr sz="2400" spc="-25" dirty="0">
                <a:latin typeface="Cambria" panose="02040503050406030204" pitchFamily="18" charset="0"/>
                <a:ea typeface="Cambria" panose="02040503050406030204" pitchFamily="18" charset="0"/>
                <a:cs typeface="Arial MT"/>
              </a:rPr>
              <a:t> </a:t>
            </a:r>
            <a:r>
              <a:rPr sz="2400" dirty="0">
                <a:latin typeface="Cambria" panose="02040503050406030204" pitchFamily="18" charset="0"/>
                <a:ea typeface="Cambria" panose="02040503050406030204" pitchFamily="18" charset="0"/>
                <a:cs typeface="Arial MT"/>
              </a:rPr>
              <a:t>=</a:t>
            </a:r>
            <a:r>
              <a:rPr sz="2400" spc="-25" dirty="0">
                <a:latin typeface="Cambria" panose="02040503050406030204" pitchFamily="18" charset="0"/>
                <a:ea typeface="Cambria" panose="02040503050406030204" pitchFamily="18" charset="0"/>
                <a:cs typeface="Arial MT"/>
              </a:rPr>
              <a:t> </a:t>
            </a:r>
            <a:r>
              <a:rPr sz="2400" dirty="0">
                <a:latin typeface="Cambria" panose="02040503050406030204" pitchFamily="18" charset="0"/>
                <a:ea typeface="Cambria" panose="02040503050406030204" pitchFamily="18" charset="0"/>
                <a:cs typeface="Arial MT"/>
              </a:rPr>
              <a:t>-10? </a:t>
            </a:r>
            <a:r>
              <a:rPr sz="2400" spc="-655" dirty="0">
                <a:latin typeface="Cambria" panose="02040503050406030204" pitchFamily="18" charset="0"/>
                <a:ea typeface="Cambria" panose="02040503050406030204" pitchFamily="18" charset="0"/>
                <a:cs typeface="Arial MT"/>
              </a:rPr>
              <a:t> </a:t>
            </a:r>
            <a:r>
              <a:rPr sz="2400" spc="-5" dirty="0">
                <a:latin typeface="Cambria" panose="02040503050406030204" pitchFamily="18" charset="0"/>
                <a:ea typeface="Cambria" panose="02040503050406030204" pitchFamily="18" charset="0"/>
                <a:cs typeface="Arial MT"/>
              </a:rPr>
              <a:t>What</a:t>
            </a:r>
            <a:r>
              <a:rPr sz="2400" spc="-25" dirty="0">
                <a:latin typeface="Cambria" panose="02040503050406030204" pitchFamily="18" charset="0"/>
                <a:ea typeface="Cambria" panose="02040503050406030204" pitchFamily="18" charset="0"/>
                <a:cs typeface="Arial MT"/>
              </a:rPr>
              <a:t> </a:t>
            </a:r>
            <a:r>
              <a:rPr sz="2400" spc="-5" dirty="0">
                <a:latin typeface="Cambria" panose="02040503050406030204" pitchFamily="18" charset="0"/>
                <a:ea typeface="Cambria" panose="02040503050406030204" pitchFamily="18" charset="0"/>
                <a:cs typeface="Arial MT"/>
              </a:rPr>
              <a:t>happens</a:t>
            </a:r>
            <a:r>
              <a:rPr sz="2400" spc="-15" dirty="0">
                <a:latin typeface="Cambria" panose="02040503050406030204" pitchFamily="18" charset="0"/>
                <a:ea typeface="Cambria" panose="02040503050406030204" pitchFamily="18" charset="0"/>
                <a:cs typeface="Arial MT"/>
              </a:rPr>
              <a:t> </a:t>
            </a:r>
            <a:r>
              <a:rPr sz="2400" spc="-5" dirty="0">
                <a:latin typeface="Cambria" panose="02040503050406030204" pitchFamily="18" charset="0"/>
                <a:ea typeface="Cambria" panose="02040503050406030204" pitchFamily="18" charset="0"/>
                <a:cs typeface="Arial MT"/>
              </a:rPr>
              <a:t>when</a:t>
            </a:r>
            <a:r>
              <a:rPr sz="2400" spc="-15" dirty="0">
                <a:latin typeface="Cambria" panose="02040503050406030204" pitchFamily="18" charset="0"/>
                <a:ea typeface="Cambria" panose="02040503050406030204" pitchFamily="18" charset="0"/>
                <a:cs typeface="Arial MT"/>
              </a:rPr>
              <a:t> </a:t>
            </a:r>
            <a:r>
              <a:rPr sz="2400" dirty="0">
                <a:latin typeface="Cambria" panose="02040503050406030204" pitchFamily="18" charset="0"/>
                <a:ea typeface="Cambria" panose="02040503050406030204" pitchFamily="18" charset="0"/>
                <a:cs typeface="Arial MT"/>
              </a:rPr>
              <a:t>x</a:t>
            </a:r>
            <a:r>
              <a:rPr sz="2400" spc="-15" dirty="0">
                <a:latin typeface="Cambria" panose="02040503050406030204" pitchFamily="18" charset="0"/>
                <a:ea typeface="Cambria" panose="02040503050406030204" pitchFamily="18" charset="0"/>
                <a:cs typeface="Arial MT"/>
              </a:rPr>
              <a:t> </a:t>
            </a:r>
            <a:r>
              <a:rPr sz="2400" dirty="0">
                <a:latin typeface="Cambria" panose="02040503050406030204" pitchFamily="18" charset="0"/>
                <a:ea typeface="Cambria" panose="02040503050406030204" pitchFamily="18" charset="0"/>
                <a:cs typeface="Arial MT"/>
              </a:rPr>
              <a:t>=</a:t>
            </a:r>
            <a:r>
              <a:rPr sz="2400" spc="-20" dirty="0">
                <a:latin typeface="Cambria" panose="02040503050406030204" pitchFamily="18" charset="0"/>
                <a:ea typeface="Cambria" panose="02040503050406030204" pitchFamily="18" charset="0"/>
                <a:cs typeface="Arial MT"/>
              </a:rPr>
              <a:t> </a:t>
            </a:r>
            <a:r>
              <a:rPr sz="2400" spc="-5" dirty="0">
                <a:latin typeface="Cambria" panose="02040503050406030204" pitchFamily="18" charset="0"/>
                <a:ea typeface="Cambria" panose="02040503050406030204" pitchFamily="18" charset="0"/>
                <a:cs typeface="Arial MT"/>
              </a:rPr>
              <a:t>0?</a:t>
            </a:r>
            <a:endParaRPr sz="2400" dirty="0">
              <a:latin typeface="Cambria" panose="02040503050406030204" pitchFamily="18" charset="0"/>
              <a:ea typeface="Cambria" panose="02040503050406030204" pitchFamily="18" charset="0"/>
              <a:cs typeface="Arial MT"/>
            </a:endParaRPr>
          </a:p>
          <a:p>
            <a:pPr marL="12700">
              <a:lnSpc>
                <a:spcPts val="2760"/>
              </a:lnSpc>
            </a:pPr>
            <a:r>
              <a:rPr sz="2400" spc="-5" dirty="0">
                <a:latin typeface="Cambria" panose="02040503050406030204" pitchFamily="18" charset="0"/>
                <a:ea typeface="Cambria" panose="02040503050406030204" pitchFamily="18" charset="0"/>
                <a:cs typeface="Arial MT"/>
              </a:rPr>
              <a:t>What</a:t>
            </a:r>
            <a:r>
              <a:rPr sz="2400" spc="-25" dirty="0">
                <a:latin typeface="Cambria" panose="02040503050406030204" pitchFamily="18" charset="0"/>
                <a:ea typeface="Cambria" panose="02040503050406030204" pitchFamily="18" charset="0"/>
                <a:cs typeface="Arial MT"/>
              </a:rPr>
              <a:t> </a:t>
            </a:r>
            <a:r>
              <a:rPr sz="2400" spc="-5" dirty="0">
                <a:latin typeface="Cambria" panose="02040503050406030204" pitchFamily="18" charset="0"/>
                <a:ea typeface="Cambria" panose="02040503050406030204" pitchFamily="18" charset="0"/>
                <a:cs typeface="Arial MT"/>
              </a:rPr>
              <a:t>happens</a:t>
            </a:r>
            <a:r>
              <a:rPr sz="2400" spc="-20" dirty="0">
                <a:latin typeface="Cambria" panose="02040503050406030204" pitchFamily="18" charset="0"/>
                <a:ea typeface="Cambria" panose="02040503050406030204" pitchFamily="18" charset="0"/>
                <a:cs typeface="Arial MT"/>
              </a:rPr>
              <a:t> </a:t>
            </a:r>
            <a:r>
              <a:rPr sz="2400" spc="-5" dirty="0">
                <a:latin typeface="Cambria" panose="02040503050406030204" pitchFamily="18" charset="0"/>
                <a:ea typeface="Cambria" panose="02040503050406030204" pitchFamily="18" charset="0"/>
                <a:cs typeface="Arial MT"/>
              </a:rPr>
              <a:t>when</a:t>
            </a:r>
            <a:r>
              <a:rPr sz="2400" spc="-20" dirty="0">
                <a:latin typeface="Cambria" panose="02040503050406030204" pitchFamily="18" charset="0"/>
                <a:ea typeface="Cambria" panose="02040503050406030204" pitchFamily="18" charset="0"/>
                <a:cs typeface="Arial MT"/>
              </a:rPr>
              <a:t> </a:t>
            </a:r>
            <a:r>
              <a:rPr sz="2400" dirty="0">
                <a:latin typeface="Cambria" panose="02040503050406030204" pitchFamily="18" charset="0"/>
                <a:ea typeface="Cambria" panose="02040503050406030204" pitchFamily="18" charset="0"/>
                <a:cs typeface="Arial MT"/>
              </a:rPr>
              <a:t>x</a:t>
            </a:r>
            <a:r>
              <a:rPr sz="2400" spc="-15" dirty="0">
                <a:latin typeface="Cambria" panose="02040503050406030204" pitchFamily="18" charset="0"/>
                <a:ea typeface="Cambria" panose="02040503050406030204" pitchFamily="18" charset="0"/>
                <a:cs typeface="Arial MT"/>
              </a:rPr>
              <a:t> </a:t>
            </a:r>
            <a:r>
              <a:rPr sz="2400" dirty="0">
                <a:latin typeface="Cambria" panose="02040503050406030204" pitchFamily="18" charset="0"/>
                <a:ea typeface="Cambria" panose="02040503050406030204" pitchFamily="18" charset="0"/>
                <a:cs typeface="Arial MT"/>
              </a:rPr>
              <a:t>=</a:t>
            </a:r>
            <a:r>
              <a:rPr sz="2400" spc="-25" dirty="0">
                <a:latin typeface="Cambria" panose="02040503050406030204" pitchFamily="18" charset="0"/>
                <a:ea typeface="Cambria" panose="02040503050406030204" pitchFamily="18" charset="0"/>
                <a:cs typeface="Arial MT"/>
              </a:rPr>
              <a:t> </a:t>
            </a:r>
            <a:r>
              <a:rPr sz="2400" spc="-5" dirty="0">
                <a:latin typeface="Cambria" panose="02040503050406030204" pitchFamily="18" charset="0"/>
                <a:ea typeface="Cambria" panose="02040503050406030204" pitchFamily="18" charset="0"/>
                <a:cs typeface="Arial MT"/>
              </a:rPr>
              <a:t>10?</a:t>
            </a:r>
            <a:endParaRPr sz="2400" dirty="0">
              <a:latin typeface="Cambria" panose="02040503050406030204" pitchFamily="18" charset="0"/>
              <a:ea typeface="Cambria" panose="02040503050406030204" pitchFamily="18" charset="0"/>
              <a:cs typeface="Arial MT"/>
            </a:endParaRPr>
          </a:p>
        </p:txBody>
      </p:sp>
      <p:pic>
        <p:nvPicPr>
          <p:cNvPr id="32" name="Picture 31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802344" y="3394494"/>
            <a:ext cx="3359490" cy="2335783"/>
          </a:xfrm>
          <a:prstGeom prst="rect">
            <a:avLst/>
          </a:prstGeom>
        </p:spPr>
      </p:pic>
      <p:sp>
        <p:nvSpPr>
          <p:cNvPr id="33" name="Rectangle 32"/>
          <p:cNvSpPr/>
          <p:nvPr/>
        </p:nvSpPr>
        <p:spPr>
          <a:xfrm>
            <a:off x="435100" y="5358438"/>
            <a:ext cx="395236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2065" marR="5080">
              <a:lnSpc>
                <a:spcPct val="100000"/>
              </a:lnSpc>
              <a:spcBef>
                <a:spcPts val="100"/>
              </a:spcBef>
              <a:tabLst>
                <a:tab pos="452755" algn="l"/>
                <a:tab pos="453390" algn="l"/>
              </a:tabLst>
            </a:pPr>
            <a:r>
              <a:rPr lang="en-US" spc="-5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  <a:cs typeface="Arial MT"/>
              </a:rPr>
              <a:t>Saturated</a:t>
            </a:r>
            <a:r>
              <a:rPr lang="en-US" spc="-40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  <a:cs typeface="Arial MT"/>
              </a:rPr>
              <a:t> </a:t>
            </a:r>
            <a:r>
              <a:rPr lang="en-US" spc="-5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  <a:cs typeface="Arial MT"/>
              </a:rPr>
              <a:t>neurons</a:t>
            </a:r>
            <a:r>
              <a:rPr lang="en-US" spc="-35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  <a:cs typeface="Arial MT"/>
              </a:rPr>
              <a:t> </a:t>
            </a:r>
            <a:r>
              <a:rPr lang="en-US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  <a:cs typeface="Arial MT"/>
              </a:rPr>
              <a:t>“kill”</a:t>
            </a:r>
            <a:r>
              <a:rPr lang="en-US" spc="-35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  <a:cs typeface="Arial MT"/>
              </a:rPr>
              <a:t> </a:t>
            </a:r>
            <a:r>
              <a:rPr lang="en-US" spc="-5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  <a:cs typeface="Arial MT"/>
              </a:rPr>
              <a:t>the </a:t>
            </a:r>
            <a:r>
              <a:rPr lang="en-US" spc="-540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  <a:cs typeface="Arial MT"/>
              </a:rPr>
              <a:t> </a:t>
            </a:r>
            <a:r>
              <a:rPr lang="en-US" spc="-5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  <a:cs typeface="Arial MT"/>
              </a:rPr>
              <a:t>gradients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  <a:cs typeface="Arial MT"/>
            </a:endParaRPr>
          </a:p>
        </p:txBody>
      </p:sp>
      <p:sp>
        <p:nvSpPr>
          <p:cNvPr id="36" name="Rectangle 35"/>
          <p:cNvSpPr/>
          <p:nvPr/>
        </p:nvSpPr>
        <p:spPr>
          <a:xfrm>
            <a:off x="214312" y="5931256"/>
            <a:ext cx="8774662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1F1F1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When gradients are zero, during gradient descent, weights will not update</a:t>
            </a:r>
            <a:endParaRPr lang="en-US" sz="2000" b="0" i="0" dirty="0">
              <a:solidFill>
                <a:srgbClr val="1F1F1F"/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8914442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1F1F1F"/>
                </a:solidFill>
              </a:rPr>
              <a:t>Vanishing gradient problem</a:t>
            </a:r>
            <a:endParaRPr lang="en-IN" dirty="0"/>
          </a:p>
        </p:txBody>
      </p:sp>
      <p:pic>
        <p:nvPicPr>
          <p:cNvPr id="3074" name="Picture 2" descr="https://miro.medium.com/v2/resize:fit:700/1*ovM3Kqss3wbO2Nxj5yzRmw.png"/>
          <p:cNvPicPr>
            <a:picLocks noGrp="1" noChangeAspect="1" noChangeArrowheads="1"/>
          </p:cNvPicPr>
          <p:nvPr>
            <p:ph idx="10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2600" y="3461269"/>
            <a:ext cx="6504159" cy="3035821"/>
          </a:xfrm>
          <a:prstGeom prst="rect">
            <a:avLst/>
          </a:prstGeom>
          <a:noFill/>
          <a:ln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/>
          <p:cNvSpPr/>
          <p:nvPr/>
        </p:nvSpPr>
        <p:spPr>
          <a:xfrm>
            <a:off x="0" y="1367932"/>
            <a:ext cx="8895725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0" i="0" dirty="0">
                <a:solidFill>
                  <a:srgbClr val="1F1F1F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Derivative of the sigmoid function is in the range of 0, 0.25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0" i="0" dirty="0">
                <a:solidFill>
                  <a:srgbClr val="1F1F1F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Absolute values of the initialized weights are generally less than 1,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0" i="0" dirty="0">
                <a:solidFill>
                  <a:srgbClr val="1F1F1F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Gradient would approach 0, thus causing the </a:t>
            </a:r>
            <a:r>
              <a:rPr lang="en-US" sz="2000" b="1" i="0" dirty="0">
                <a:solidFill>
                  <a:srgbClr val="1F1F1F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vanishing gradient problem</a:t>
            </a:r>
            <a:r>
              <a:rPr lang="en-US" sz="2000" b="0" i="0" dirty="0">
                <a:solidFill>
                  <a:srgbClr val="1F1F1F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.</a:t>
            </a:r>
            <a:endParaRPr lang="en-IN" sz="2000" dirty="0"/>
          </a:p>
        </p:txBody>
      </p:sp>
      <p:sp>
        <p:nvSpPr>
          <p:cNvPr id="5" name="Rectangle 4"/>
          <p:cNvSpPr/>
          <p:nvPr/>
        </p:nvSpPr>
        <p:spPr>
          <a:xfrm>
            <a:off x="30707" y="6629357"/>
            <a:ext cx="8160907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800" dirty="0"/>
              <a:t>Image credit: https://ayearofai.com/rohan-4-the-vanishing-gradient-problem-ec68f76ffb9b</a:t>
            </a:r>
          </a:p>
        </p:txBody>
      </p:sp>
      <p:grpSp>
        <p:nvGrpSpPr>
          <p:cNvPr id="12" name="Group 11"/>
          <p:cNvGrpSpPr/>
          <p:nvPr/>
        </p:nvGrpSpPr>
        <p:grpSpPr>
          <a:xfrm>
            <a:off x="191069" y="2425672"/>
            <a:ext cx="3719849" cy="958111"/>
            <a:chOff x="2251967" y="2828749"/>
            <a:chExt cx="3719849" cy="958111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03692C04-7600-C74A-A533-2B81EC34AF5E}"/>
                    </a:ext>
                  </a:extLst>
                </p:cNvPr>
                <p:cNvSpPr txBox="1"/>
                <p:nvPr/>
              </p:nvSpPr>
              <p:spPr>
                <a:xfrm>
                  <a:off x="3192144" y="3063905"/>
                  <a:ext cx="2779672" cy="722955"/>
                </a:xfrm>
                <a:prstGeom prst="rect">
                  <a:avLst/>
                </a:prstGeom>
                <a:noFill/>
                <a:ln>
                  <a:solidFill>
                    <a:srgbClr val="FF0000"/>
                  </a:solidFill>
                </a:ln>
              </p:spPr>
              <p:txBody>
                <a:bodyPr wrap="none" lIns="0" tIns="0" rIns="0" bIns="0" rtlCol="0">
                  <a:spAutoFit/>
                </a:bodyPr>
                <a:lstStyle/>
                <a:p>
                  <a14:m>
                    <m:oMath xmlns:m="http://schemas.openxmlformats.org/officeDocument/2006/math">
                      <m:f>
                        <m:fPr>
                          <m:ctrlPr>
                            <a:rPr lang="x-none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  <m:r>
                            <a:rPr lang="en-GB" b="1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𝓛</m:t>
                          </m:r>
                        </m:num>
                        <m:den>
                          <m:r>
                            <a:rPr lang="en-US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  <m:sSup>
                            <m:sSupPr>
                              <m:ctrlPr>
                                <a:rPr lang="en-GB" b="1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b="1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𝒛</m:t>
                              </m:r>
                            </m:e>
                            <m:sup>
                              <m:r>
                                <a:rPr lang="en-GB" b="1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[</m:t>
                              </m:r>
                              <m:r>
                                <a:rPr lang="en-GB" b="1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  <m:r>
                                <a:rPr lang="en-GB" b="1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]</m:t>
                              </m:r>
                            </m:sup>
                          </m:sSup>
                        </m:den>
                      </m:f>
                      <m:r>
                        <a:rPr lang="en-GB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x-none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  <m:r>
                            <a:rPr lang="en-GB" b="1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𝓛</m:t>
                          </m:r>
                        </m:num>
                        <m:den>
                          <m:r>
                            <a:rPr lang="en-US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  <m:sSup>
                            <m:sSupPr>
                              <m:ctrlPr>
                                <a:rPr lang="en-GB" b="1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b="1" i="1" dirty="0"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</m:e>
                            <m:sup>
                              <m:r>
                                <a:rPr lang="en-GB" b="1" i="1" dirty="0">
                                  <a:latin typeface="Cambria Math" panose="02040503050406030204" pitchFamily="18" charset="0"/>
                                </a:rPr>
                                <m:t>[</m:t>
                              </m:r>
                              <m:r>
                                <a:rPr lang="en-GB" b="1" i="1" dirty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  <m:r>
                                <a:rPr lang="en-GB" b="1" i="1" dirty="0">
                                  <a:latin typeface="Cambria Math" panose="02040503050406030204" pitchFamily="18" charset="0"/>
                                </a:rPr>
                                <m:t>]</m:t>
                              </m:r>
                            </m:sup>
                          </m:sSup>
                        </m:den>
                      </m:f>
                      <m:r>
                        <a:rPr lang="en-GB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x-none" b="1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  <m:sSup>
                            <m:sSupPr>
                              <m:ctrlPr>
                                <a:rPr lang="en-GB" b="1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b="1" i="1" dirty="0"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</m:e>
                            <m:sup>
                              <m:r>
                                <a:rPr lang="en-GB" b="1" i="1" dirty="0">
                                  <a:latin typeface="Cambria Math" panose="02040503050406030204" pitchFamily="18" charset="0"/>
                                </a:rPr>
                                <m:t>[</m:t>
                              </m:r>
                              <m:r>
                                <a:rPr lang="en-GB" b="1" i="1" dirty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  <m:r>
                                <a:rPr lang="en-GB" b="1" i="1" dirty="0">
                                  <a:latin typeface="Cambria Math" panose="02040503050406030204" pitchFamily="18" charset="0"/>
                                </a:rPr>
                                <m:t>]</m:t>
                              </m:r>
                            </m:sup>
                          </m:sSup>
                        </m:num>
                        <m:den>
                          <m:r>
                            <a:rPr lang="en-US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  <m:sSup>
                            <m:sSupPr>
                              <m:ctrlPr>
                                <a:rPr lang="en-GB" b="1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b="1" i="1" dirty="0">
                                  <a:latin typeface="Cambria Math" panose="02040503050406030204" pitchFamily="18" charset="0"/>
                                </a:rPr>
                                <m:t>𝒛</m:t>
                              </m:r>
                            </m:e>
                            <m:sup>
                              <m:r>
                                <a:rPr lang="en-GB" b="1" i="1" dirty="0">
                                  <a:latin typeface="Cambria Math" panose="02040503050406030204" pitchFamily="18" charset="0"/>
                                </a:rPr>
                                <m:t>[</m:t>
                              </m:r>
                              <m:r>
                                <a:rPr lang="en-GB" b="1" i="1" dirty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  <m:r>
                                <a:rPr lang="en-GB" b="1" i="1" dirty="0">
                                  <a:latin typeface="Cambria Math" panose="02040503050406030204" pitchFamily="18" charset="0"/>
                                </a:rPr>
                                <m:t>]</m:t>
                              </m:r>
                            </m:sup>
                          </m:sSup>
                        </m:den>
                      </m:f>
                    </m:oMath>
                  </a14:m>
                  <a:r>
                    <a:rPr lang="en-US" b="1" dirty="0">
                      <a:solidFill>
                        <a:schemeClr val="tx1"/>
                      </a:solidFill>
                    </a:rPr>
                    <a:t> </a:t>
                  </a:r>
                  <a14:m>
                    <m:oMath xmlns:m="http://schemas.openxmlformats.org/officeDocument/2006/math">
                      <m:sSup>
                        <m:sSupPr>
                          <m:ctrlPr>
                            <a:rPr lang="en-GB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1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GB" b="1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  <m:sup>
                          <m:r>
                            <a:rPr lang="en-GB" b="1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[</m:t>
                          </m:r>
                          <m:r>
                            <a:rPr lang="en-GB" b="1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  <m:r>
                            <a:rPr lang="en-GB" b="1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]</m:t>
                          </m:r>
                        </m:sup>
                      </m:sSup>
                      <m:r>
                        <a:rPr lang="en-GB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GB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𝒚</m:t>
                      </m:r>
                    </m:oMath>
                  </a14:m>
                  <a:endParaRPr lang="x-none" b="1" dirty="0">
                    <a:solidFill>
                      <a:schemeClr val="tx1"/>
                    </a:solidFill>
                  </a:endParaRPr>
                </a:p>
                <a:p>
                  <a:endParaRPr lang="x-none" b="1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7" name="TextBox 6">
                  <a:extLst>
                    <a:ext uri="{FF2B5EF4-FFF2-40B4-BE49-F238E27FC236}">
                      <a16:creationId xmlns="" xmlns:a16="http://schemas.microsoft.com/office/drawing/2014/main" xmlns:a14="http://schemas.microsoft.com/office/drawing/2010/main" id="{03692C04-7600-C74A-A533-2B81EC34AF5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92144" y="3063905"/>
                  <a:ext cx="2779672" cy="722955"/>
                </a:xfrm>
                <a:prstGeom prst="rect">
                  <a:avLst/>
                </a:prstGeom>
                <a:blipFill rotWithShape="0">
                  <a:blip r:embed="rId4"/>
                  <a:stretch>
                    <a:fillRect/>
                  </a:stretch>
                </a:blipFill>
                <a:ln>
                  <a:solidFill>
                    <a:srgbClr val="FF0000"/>
                  </a:solidFill>
                </a:ln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Rectangle 7"/>
                <p:cNvSpPr/>
                <p:nvPr/>
              </p:nvSpPr>
              <p:spPr>
                <a:xfrm>
                  <a:off x="2251967" y="2828749"/>
                  <a:ext cx="917431" cy="375296"/>
                </a:xfrm>
                <a:prstGeom prst="rect">
                  <a:avLst/>
                </a:prstGeom>
                <a:ln>
                  <a:solidFill>
                    <a:srgbClr val="00B0F0"/>
                  </a:solidFill>
                </a:ln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sz="1600" b="1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600" b="1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𝝈</m:t>
                            </m:r>
                          </m:e>
                          <m:sup>
                            <m:r>
                              <a:rPr lang="en-US" sz="1600" b="1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`</m:t>
                            </m:r>
                          </m:sup>
                        </m:sSup>
                        <m:d>
                          <m:dPr>
                            <m:ctrlPr>
                              <a:rPr lang="en-US" sz="1600" b="1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sz="1600" b="1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1600" b="1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𝒛</m:t>
                                </m:r>
                              </m:e>
                              <m:sup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sz="1600" b="1" i="1" dirty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600" b="1" i="1" dirty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𝟐</m:t>
                                    </m:r>
                                  </m:e>
                                </m:d>
                              </m:sup>
                            </m:sSup>
                          </m:e>
                        </m:d>
                      </m:oMath>
                    </m:oMathPara>
                  </a14:m>
                  <a:endParaRPr lang="en-US" sz="1600" dirty="0"/>
                </a:p>
              </p:txBody>
            </p:sp>
          </mc:Choice>
          <mc:Fallback xmlns="">
            <p:sp>
              <p:nvSpPr>
                <p:cNvPr id="8" name="Rectangle 7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51967" y="2828749"/>
                  <a:ext cx="917431" cy="375296"/>
                </a:xfrm>
                <a:prstGeom prst="rect">
                  <a:avLst/>
                </a:prstGeom>
                <a:blipFill rotWithShape="0">
                  <a:blip r:embed="rId5"/>
                  <a:stretch>
                    <a:fillRect/>
                  </a:stretch>
                </a:blipFill>
                <a:ln>
                  <a:solidFill>
                    <a:srgbClr val="00B0F0"/>
                  </a:solidFill>
                </a:ln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9" name="Curved Connector 8"/>
            <p:cNvCxnSpPr>
              <a:stCxn id="8" idx="3"/>
              <a:endCxn id="10" idx="1"/>
            </p:cNvCxnSpPr>
            <p:nvPr/>
          </p:nvCxnSpPr>
          <p:spPr>
            <a:xfrm>
              <a:off x="3169398" y="3016397"/>
              <a:ext cx="1358929" cy="18190"/>
            </a:xfrm>
            <a:prstGeom prst="curvedConnector4">
              <a:avLst>
                <a:gd name="adj1" fmla="val 46891"/>
                <a:gd name="adj2" fmla="val -2288334"/>
              </a:avLst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Oval 9"/>
            <p:cNvSpPr/>
            <p:nvPr/>
          </p:nvSpPr>
          <p:spPr>
            <a:xfrm>
              <a:off x="4443830" y="2931638"/>
              <a:ext cx="576983" cy="702983"/>
            </a:xfrm>
            <a:prstGeom prst="ellipse">
              <a:avLst/>
            </a:prstGeom>
            <a:noFill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16FDA0FA-5CE8-6B47-AC55-45756912D9F6}"/>
                  </a:ext>
                </a:extLst>
              </p:cNvPr>
              <p:cNvSpPr/>
              <p:nvPr/>
            </p:nvSpPr>
            <p:spPr>
              <a:xfrm>
                <a:off x="4083065" y="2615365"/>
                <a:ext cx="5017781" cy="538289"/>
              </a:xfrm>
              <a:prstGeom prst="rect">
                <a:avLst/>
              </a:prstGeom>
              <a:ln>
                <a:solidFill>
                  <a:srgbClr val="C00000"/>
                </a:solidFill>
              </a:ln>
            </p:spPr>
            <p:txBody>
              <a:bodyPr wrap="square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x-none" sz="1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4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  <m:r>
                            <a:rPr lang="en-GB" sz="1400" b="1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𝓛</m:t>
                          </m:r>
                        </m:num>
                        <m:den>
                          <m:r>
                            <a:rPr lang="en-US" sz="14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  <m:sSup>
                            <m:sSupPr>
                              <m:ctrlPr>
                                <a:rPr lang="en-GB" sz="1400" b="1" i="1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400" b="1" i="1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𝒘</m:t>
                              </m:r>
                            </m:e>
                            <m:sup>
                              <m:r>
                                <a:rPr lang="en-GB" sz="1400" b="1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[</m:t>
                              </m:r>
                              <m:r>
                                <a:rPr lang="en-GB" sz="1400" b="1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  <m:r>
                                <a:rPr lang="en-GB" sz="1400" b="1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]</m:t>
                              </m:r>
                            </m:sup>
                          </m:sSup>
                        </m:den>
                      </m:f>
                      <m:r>
                        <a:rPr lang="en-GB" sz="1400" b="1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x-none" sz="14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  <m:r>
                            <a:rPr lang="en-GB" sz="1400" b="1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𝓛</m:t>
                          </m:r>
                        </m:num>
                        <m:den>
                          <m:r>
                            <a:rPr lang="en-US" sz="1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  <m:sSup>
                            <m:sSupPr>
                              <m:ctrlPr>
                                <a:rPr lang="en-GB" sz="1400" b="1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1400" b="1" i="1" dirty="0"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</m:e>
                            <m:sup>
                              <m:r>
                                <a:rPr lang="en-GB" sz="1400" b="1" i="1" dirty="0">
                                  <a:latin typeface="Cambria Math" panose="02040503050406030204" pitchFamily="18" charset="0"/>
                                </a:rPr>
                                <m:t>[</m:t>
                              </m:r>
                              <m:r>
                                <a:rPr lang="en-GB" sz="1400" b="1" i="1" dirty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  <m:r>
                                <a:rPr lang="en-GB" sz="1400" b="1" i="1" dirty="0">
                                  <a:latin typeface="Cambria Math" panose="02040503050406030204" pitchFamily="18" charset="0"/>
                                </a:rPr>
                                <m:t>]</m:t>
                              </m:r>
                            </m:sup>
                          </m:sSup>
                        </m:den>
                      </m:f>
                      <m:r>
                        <a:rPr lang="en-GB" sz="14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x-none" sz="1400" b="1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  <m:sSup>
                            <m:sSupPr>
                              <m:ctrlPr>
                                <a:rPr lang="en-GB" sz="1400" b="1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1400" b="1" i="1" dirty="0"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</m:e>
                            <m:sup>
                              <m:r>
                                <a:rPr lang="en-GB" sz="1400" b="1" i="1" dirty="0">
                                  <a:latin typeface="Cambria Math" panose="02040503050406030204" pitchFamily="18" charset="0"/>
                                </a:rPr>
                                <m:t>[</m:t>
                              </m:r>
                              <m:r>
                                <a:rPr lang="en-GB" sz="1400" b="1" i="1" dirty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  <m:r>
                                <a:rPr lang="en-GB" sz="1400" b="1" i="1" dirty="0">
                                  <a:latin typeface="Cambria Math" panose="02040503050406030204" pitchFamily="18" charset="0"/>
                                </a:rPr>
                                <m:t>]</m:t>
                              </m:r>
                            </m:sup>
                          </m:sSup>
                        </m:num>
                        <m:den>
                          <m:r>
                            <a:rPr lang="en-US" sz="1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  <m:sSup>
                            <m:sSupPr>
                              <m:ctrlPr>
                                <a:rPr lang="en-GB" sz="1400" b="1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1400" b="1" i="1" dirty="0">
                                  <a:latin typeface="Cambria Math" panose="02040503050406030204" pitchFamily="18" charset="0"/>
                                </a:rPr>
                                <m:t>𝒛</m:t>
                              </m:r>
                            </m:e>
                            <m:sup>
                              <m:r>
                                <a:rPr lang="en-GB" sz="1400" b="1" i="1" dirty="0">
                                  <a:latin typeface="Cambria Math" panose="02040503050406030204" pitchFamily="18" charset="0"/>
                                </a:rPr>
                                <m:t>[</m:t>
                              </m:r>
                              <m:r>
                                <a:rPr lang="en-GB" sz="1400" b="1" i="1" dirty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  <m:r>
                                <a:rPr lang="en-GB" sz="1400" b="1" i="1" dirty="0">
                                  <a:latin typeface="Cambria Math" panose="02040503050406030204" pitchFamily="18" charset="0"/>
                                </a:rPr>
                                <m:t>]</m:t>
                              </m:r>
                            </m:sup>
                          </m:sSup>
                        </m:den>
                      </m:f>
                      <m:r>
                        <a:rPr lang="en-GB" sz="14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x-none" sz="1400" b="1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  <m:sSup>
                            <m:sSupPr>
                              <m:ctrlPr>
                                <a:rPr lang="en-GB" sz="1400" b="1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1400" b="1" i="1" dirty="0">
                                  <a:latin typeface="Cambria Math" panose="02040503050406030204" pitchFamily="18" charset="0"/>
                                </a:rPr>
                                <m:t>𝒛</m:t>
                              </m:r>
                            </m:e>
                            <m:sup>
                              <m:r>
                                <a:rPr lang="en-GB" sz="1400" b="1" i="1" dirty="0">
                                  <a:latin typeface="Cambria Math" panose="02040503050406030204" pitchFamily="18" charset="0"/>
                                </a:rPr>
                                <m:t>[</m:t>
                              </m:r>
                              <m:r>
                                <a:rPr lang="en-GB" sz="1400" b="1" i="1" dirty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  <m:r>
                                <a:rPr lang="en-GB" sz="1400" b="1" i="1" dirty="0">
                                  <a:latin typeface="Cambria Math" panose="02040503050406030204" pitchFamily="18" charset="0"/>
                                </a:rPr>
                                <m:t>]</m:t>
                              </m:r>
                            </m:sup>
                          </m:sSup>
                        </m:num>
                        <m:den>
                          <m:r>
                            <a:rPr lang="en-US" sz="1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  <m:sSup>
                            <m:sSupPr>
                              <m:ctrlPr>
                                <a:rPr lang="en-GB" sz="1400" b="1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1400" b="1" i="1" dirty="0"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</m:e>
                            <m:sup>
                              <m:r>
                                <a:rPr lang="en-GB" sz="1400" b="1" i="1" dirty="0">
                                  <a:latin typeface="Cambria Math" panose="02040503050406030204" pitchFamily="18" charset="0"/>
                                </a:rPr>
                                <m:t>[</m:t>
                              </m:r>
                              <m:r>
                                <a:rPr lang="en-GB" sz="1400" b="1" i="1" dirty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  <m:r>
                                <a:rPr lang="en-GB" sz="1400" b="1" i="1" dirty="0">
                                  <a:latin typeface="Cambria Math" panose="02040503050406030204" pitchFamily="18" charset="0"/>
                                </a:rPr>
                                <m:t>]</m:t>
                              </m:r>
                            </m:sup>
                          </m:sSup>
                        </m:den>
                      </m:f>
                      <m:r>
                        <a:rPr lang="en-GB" sz="14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x-none" sz="1400" b="1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  <m:sSup>
                            <m:sSupPr>
                              <m:ctrlPr>
                                <a:rPr lang="en-GB" sz="1400" b="1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1400" b="1" i="1" dirty="0"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</m:e>
                            <m:sup>
                              <m:r>
                                <a:rPr lang="en-GB" sz="1400" b="1" i="1" dirty="0">
                                  <a:latin typeface="Cambria Math" panose="02040503050406030204" pitchFamily="18" charset="0"/>
                                </a:rPr>
                                <m:t>[</m:t>
                              </m:r>
                              <m:r>
                                <a:rPr lang="en-GB" sz="1400" b="1" i="1" dirty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  <m:r>
                                <a:rPr lang="en-GB" sz="1400" b="1" i="1" dirty="0">
                                  <a:latin typeface="Cambria Math" panose="02040503050406030204" pitchFamily="18" charset="0"/>
                                </a:rPr>
                                <m:t>]</m:t>
                              </m:r>
                            </m:sup>
                          </m:sSup>
                        </m:num>
                        <m:den>
                          <m:r>
                            <a:rPr lang="en-US" sz="1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  <m:sSup>
                            <m:sSupPr>
                              <m:ctrlPr>
                                <a:rPr lang="en-GB" sz="1400" b="1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1400" b="1" i="1" dirty="0">
                                  <a:latin typeface="Cambria Math" panose="02040503050406030204" pitchFamily="18" charset="0"/>
                                </a:rPr>
                                <m:t>𝒛</m:t>
                              </m:r>
                            </m:e>
                            <m:sup>
                              <m:r>
                                <a:rPr lang="en-GB" sz="1400" b="1" i="1" dirty="0">
                                  <a:latin typeface="Cambria Math" panose="02040503050406030204" pitchFamily="18" charset="0"/>
                                </a:rPr>
                                <m:t>[</m:t>
                              </m:r>
                              <m:r>
                                <a:rPr lang="en-GB" sz="1400" b="1" i="1" dirty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  <m:r>
                                <a:rPr lang="en-GB" sz="1400" b="1" i="1" dirty="0">
                                  <a:latin typeface="Cambria Math" panose="02040503050406030204" pitchFamily="18" charset="0"/>
                                </a:rPr>
                                <m:t>]</m:t>
                              </m:r>
                            </m:sup>
                          </m:sSup>
                        </m:den>
                      </m:f>
                      <m:r>
                        <a:rPr lang="en-GB" sz="14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x-none" sz="1400" b="1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400" b="1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  <m:sSup>
                            <m:sSupPr>
                              <m:ctrlPr>
                                <a:rPr lang="en-GB" sz="1400" b="1" i="1" dirty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1400" b="1" i="1" dirty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𝒛</m:t>
                              </m:r>
                            </m:e>
                            <m:sup>
                              <m:r>
                                <a:rPr lang="en-GB" sz="1400" b="1" i="1" dirty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[</m:t>
                              </m:r>
                              <m:r>
                                <a:rPr lang="en-GB" sz="1400" b="1" i="1" dirty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  <m:r>
                                <a:rPr lang="en-GB" sz="1400" b="1" i="1" dirty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]</m:t>
                              </m:r>
                            </m:sup>
                          </m:sSup>
                        </m:num>
                        <m:den>
                          <m:r>
                            <a:rPr lang="en-US" sz="1400" b="1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  <m:sSup>
                            <m:sSupPr>
                              <m:ctrlPr>
                                <a:rPr lang="en-GB" sz="1400" b="1" i="1" dirty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400" b="1" i="1" dirty="0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𝒘</m:t>
                              </m:r>
                            </m:e>
                            <m:sup>
                              <m:r>
                                <a:rPr lang="en-GB" sz="1400" b="1" i="1" dirty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[</m:t>
                              </m:r>
                              <m:r>
                                <a:rPr lang="en-GB" sz="1400" b="1" i="1" dirty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  <m:r>
                                <a:rPr lang="en-GB" sz="1400" b="1" i="1" dirty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]</m:t>
                              </m:r>
                            </m:sup>
                          </m:sSup>
                        </m:den>
                      </m:f>
                      <m:r>
                        <a:rPr lang="en-US" sz="1400" b="1" i="1" dirty="0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 =</m:t>
                      </m:r>
                      <m:f>
                        <m:fPr>
                          <m:ctrlPr>
                            <a:rPr lang="x-none" sz="1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4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  <m:r>
                            <a:rPr lang="en-GB" sz="1400" b="1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𝓛</m:t>
                          </m:r>
                        </m:num>
                        <m:den>
                          <m:r>
                            <a:rPr lang="en-US" sz="14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  <m:sSup>
                            <m:sSupPr>
                              <m:ctrlPr>
                                <a:rPr lang="en-GB" sz="1400" b="1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1400" b="1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𝒛</m:t>
                              </m:r>
                            </m:e>
                            <m:sup>
                              <m:r>
                                <a:rPr lang="en-GB" sz="1400" b="1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[</m:t>
                              </m:r>
                              <m:r>
                                <a:rPr lang="en-US" sz="1400" b="1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  <m:r>
                                <a:rPr lang="en-GB" sz="1400" b="1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]</m:t>
                              </m:r>
                            </m:sup>
                          </m:sSup>
                        </m:den>
                      </m:f>
                      <m:sSup>
                        <m:sSupPr>
                          <m:ctrlPr>
                            <a:rPr lang="en-GB" sz="1400" b="1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400" b="1" i="1" dirty="0" smtClean="0">
                              <a:latin typeface="Cambria Math" panose="02040503050406030204" pitchFamily="18" charset="0"/>
                            </a:rPr>
                            <m:t>    </m:t>
                          </m:r>
                          <m:r>
                            <a:rPr lang="en-GB" sz="1400" b="1" i="1" dirty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n-GB" sz="1400" b="1" i="1" dirty="0">
                              <a:latin typeface="Cambria Math" panose="02040503050406030204" pitchFamily="18" charset="0"/>
                            </a:rPr>
                            <m:t>𝑻</m:t>
                          </m:r>
                        </m:sup>
                      </m:sSup>
                    </m:oMath>
                  </m:oMathPara>
                </a14:m>
                <a:endParaRPr lang="x-none" sz="1400" dirty="0"/>
              </a:p>
            </p:txBody>
          </p:sp>
        </mc:Choice>
        <mc:Fallback xmlns="">
          <p:sp>
            <p:nvSpPr>
              <p:cNvPr id="15" name="Rectangle 14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16FDA0FA-5CE8-6B47-AC55-45756912D9F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83065" y="2615365"/>
                <a:ext cx="5017781" cy="538289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  <a:ln>
                <a:solidFill>
                  <a:srgbClr val="C00000"/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969626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bject 1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spc="-5" dirty="0"/>
              <a:t>April</a:t>
            </a:r>
            <a:r>
              <a:rPr spc="-50" dirty="0"/>
              <a:t> </a:t>
            </a:r>
            <a:r>
              <a:rPr spc="-5" dirty="0"/>
              <a:t>20,</a:t>
            </a:r>
            <a:r>
              <a:rPr spc="-45" dirty="0"/>
              <a:t> </a:t>
            </a:r>
            <a:r>
              <a:rPr spc="-5" dirty="0"/>
              <a:t>2017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pc="-5" dirty="0">
                <a:solidFill>
                  <a:srgbClr val="000000"/>
                </a:solidFill>
              </a:rPr>
              <a:t>Consider what happens when the input to</a:t>
            </a:r>
          </a:p>
          <a:p>
            <a:r>
              <a:rPr lang="en-US" spc="-5" dirty="0">
                <a:solidFill>
                  <a:srgbClr val="000000"/>
                </a:solidFill>
              </a:rPr>
              <a:t>      </a:t>
            </a:r>
            <a:r>
              <a:rPr lang="en-US" dirty="0">
                <a:solidFill>
                  <a:srgbClr val="000000"/>
                </a:solidFill>
              </a:rPr>
              <a:t>a </a:t>
            </a:r>
            <a:r>
              <a:rPr lang="en-US" spc="-5" dirty="0">
                <a:solidFill>
                  <a:srgbClr val="000000"/>
                </a:solidFill>
              </a:rPr>
              <a:t>neuron is</a:t>
            </a:r>
            <a:r>
              <a:rPr lang="en-US" spc="-10" dirty="0">
                <a:solidFill>
                  <a:srgbClr val="000000"/>
                </a:solidFill>
              </a:rPr>
              <a:t> </a:t>
            </a:r>
            <a:r>
              <a:rPr lang="en-US" spc="-5" dirty="0">
                <a:solidFill>
                  <a:srgbClr val="000000"/>
                </a:solidFill>
              </a:rPr>
              <a:t>always positive:</a:t>
            </a:r>
            <a:endParaRPr lang="en-IN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8600" y="217570"/>
            <a:ext cx="8160907" cy="784061"/>
          </a:xfrm>
          <a:prstGeom prst="rect">
            <a:avLst/>
          </a:prstGeom>
        </p:spPr>
        <p:txBody>
          <a:bodyPr vert="horz" wrap="square" lIns="0" tIns="27940" rIns="0" bIns="0" rtlCol="0" anchor="ctr">
            <a:spAutoFit/>
          </a:bodyPr>
          <a:lstStyle/>
          <a:p>
            <a:pPr marL="12700" marR="5080">
              <a:lnSpc>
                <a:spcPts val="2850"/>
              </a:lnSpc>
              <a:spcBef>
                <a:spcPts val="220"/>
              </a:spcBef>
            </a:pPr>
            <a:r>
              <a:rPr lang="en-US" dirty="0"/>
              <a:t>Nonzero-centered outputs</a:t>
            </a:r>
            <a:br>
              <a:rPr lang="en-US" dirty="0"/>
            </a:br>
            <a:endParaRPr spc="-5" dirty="0">
              <a:solidFill>
                <a:srgbClr val="000000"/>
              </a:solidFill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04800" y="5709502"/>
            <a:ext cx="595566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spc="-5" dirty="0">
                <a:latin typeface="Arial MT"/>
                <a:cs typeface="Arial MT"/>
              </a:rPr>
              <a:t>What</a:t>
            </a:r>
            <a:r>
              <a:rPr sz="2400" spc="-2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can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we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say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about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the</a:t>
            </a:r>
            <a:r>
              <a:rPr sz="2400" spc="-2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gradients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on</a:t>
            </a:r>
            <a:r>
              <a:rPr sz="2400" spc="40" dirty="0">
                <a:latin typeface="Arial MT"/>
                <a:cs typeface="Arial MT"/>
              </a:rPr>
              <a:t> </a:t>
            </a:r>
            <a:r>
              <a:rPr sz="2400" b="1" dirty="0">
                <a:latin typeface="Arial"/>
                <a:cs typeface="Arial"/>
              </a:rPr>
              <a:t>w</a:t>
            </a:r>
            <a:r>
              <a:rPr sz="2400" dirty="0">
                <a:latin typeface="Arial MT"/>
                <a:cs typeface="Arial MT"/>
              </a:rPr>
              <a:t>?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157926" y="5574850"/>
            <a:ext cx="8875395" cy="2693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065"/>
              </a:lnSpc>
              <a:tabLst>
                <a:tab pos="5253355" algn="l"/>
                <a:tab pos="7310755" algn="l"/>
              </a:tabLst>
            </a:pPr>
            <a:r>
              <a:rPr spc="-5" dirty="0">
                <a:solidFill>
                  <a:srgbClr val="FFFFFF"/>
                </a:solidFill>
                <a:latin typeface="Arial MT"/>
                <a:cs typeface="Arial MT"/>
              </a:rPr>
              <a:t>Fei-Fei Li </a:t>
            </a:r>
            <a:r>
              <a:rPr dirty="0">
                <a:solidFill>
                  <a:srgbClr val="FFFFFF"/>
                </a:solidFill>
                <a:latin typeface="Arial MT"/>
                <a:cs typeface="Arial MT"/>
              </a:rPr>
              <a:t>&amp;</a:t>
            </a:r>
            <a:r>
              <a:rPr spc="-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>
                <a:solidFill>
                  <a:srgbClr val="FFFFFF"/>
                </a:solidFill>
                <a:latin typeface="Arial MT"/>
                <a:cs typeface="Arial MT"/>
              </a:rPr>
              <a:t>Justin</a:t>
            </a:r>
            <a:r>
              <a:rPr spc="-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>
                <a:solidFill>
                  <a:srgbClr val="FFFFFF"/>
                </a:solidFill>
                <a:latin typeface="Arial MT"/>
                <a:cs typeface="Arial MT"/>
              </a:rPr>
              <a:t>Johnson &amp;</a:t>
            </a:r>
            <a:r>
              <a:rPr spc="-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pc="-5" dirty="0">
                <a:solidFill>
                  <a:srgbClr val="FFFFFF"/>
                </a:solidFill>
                <a:latin typeface="Arial MT"/>
                <a:cs typeface="Arial MT"/>
              </a:rPr>
              <a:t>Serena Yeung	</a:t>
            </a:r>
            <a:r>
              <a:rPr sz="3000" spc="-7" baseline="-4166" dirty="0">
                <a:solidFill>
                  <a:srgbClr val="FFFFFF"/>
                </a:solidFill>
                <a:latin typeface="Arial MT"/>
                <a:cs typeface="Arial MT"/>
              </a:rPr>
              <a:t>Lecture </a:t>
            </a:r>
            <a:r>
              <a:rPr sz="3000" baseline="-4166" dirty="0">
                <a:solidFill>
                  <a:srgbClr val="FFFFFF"/>
                </a:solidFill>
                <a:latin typeface="Arial MT"/>
                <a:cs typeface="Arial MT"/>
              </a:rPr>
              <a:t>6</a:t>
            </a:r>
            <a:r>
              <a:rPr sz="3000" spc="-7" baseline="-4166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000" baseline="-4166" dirty="0">
                <a:solidFill>
                  <a:srgbClr val="FFFFFF"/>
                </a:solidFill>
                <a:latin typeface="Arial MT"/>
                <a:cs typeface="Arial MT"/>
              </a:rPr>
              <a:t>-	</a:t>
            </a:r>
            <a:r>
              <a:rPr sz="3000" spc="-7" baseline="-4166" dirty="0">
                <a:solidFill>
                  <a:srgbClr val="FFFFFF"/>
                </a:solidFill>
                <a:latin typeface="Arial MT"/>
                <a:cs typeface="Arial MT"/>
              </a:rPr>
              <a:t>April</a:t>
            </a:r>
            <a:r>
              <a:rPr sz="3000" spc="-52" baseline="-4166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000" spc="-7" baseline="-4166" dirty="0">
                <a:solidFill>
                  <a:srgbClr val="FFFFFF"/>
                </a:solidFill>
                <a:latin typeface="Arial MT"/>
                <a:cs typeface="Arial MT"/>
              </a:rPr>
              <a:t>20,</a:t>
            </a:r>
            <a:r>
              <a:rPr sz="3000" spc="-37" baseline="-4166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000" spc="-7" baseline="-4166" dirty="0">
                <a:solidFill>
                  <a:srgbClr val="FFFFFF"/>
                </a:solidFill>
                <a:latin typeface="Arial MT"/>
                <a:cs typeface="Arial MT"/>
              </a:rPr>
              <a:t>2017</a:t>
            </a:r>
            <a:endParaRPr sz="3000" baseline="-4166">
              <a:latin typeface="Arial MT"/>
              <a:cs typeface="Arial MT"/>
            </a:endParaRPr>
          </a:p>
        </p:txBody>
      </p:sp>
      <p:grpSp>
        <p:nvGrpSpPr>
          <p:cNvPr id="13" name="object 24"/>
          <p:cNvGrpSpPr/>
          <p:nvPr/>
        </p:nvGrpSpPr>
        <p:grpSpPr>
          <a:xfrm>
            <a:off x="6221360" y="502330"/>
            <a:ext cx="2453639" cy="1535278"/>
            <a:chOff x="5965075" y="426513"/>
            <a:chExt cx="3034030" cy="1941195"/>
          </a:xfrm>
        </p:grpSpPr>
        <p:pic>
          <p:nvPicPr>
            <p:cNvPr id="14" name="object 2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125318" y="436038"/>
              <a:ext cx="2863656" cy="1883995"/>
            </a:xfrm>
            <a:prstGeom prst="rect">
              <a:avLst/>
            </a:prstGeom>
          </p:spPr>
        </p:pic>
        <p:sp>
          <p:nvSpPr>
            <p:cNvPr id="15" name="object 26"/>
            <p:cNvSpPr/>
            <p:nvPr/>
          </p:nvSpPr>
          <p:spPr>
            <a:xfrm>
              <a:off x="5969837" y="431275"/>
              <a:ext cx="3024505" cy="1931670"/>
            </a:xfrm>
            <a:custGeom>
              <a:avLst/>
              <a:gdLst/>
              <a:ahLst/>
              <a:cxnLst/>
              <a:rect l="l" t="t" r="r" b="b"/>
              <a:pathLst>
                <a:path w="3024504" h="1931670">
                  <a:moveTo>
                    <a:pt x="0" y="0"/>
                  </a:moveTo>
                  <a:lnTo>
                    <a:pt x="3023899" y="0"/>
                  </a:lnTo>
                  <a:lnTo>
                    <a:pt x="3023899" y="1931199"/>
                  </a:lnTo>
                  <a:lnTo>
                    <a:pt x="0" y="19311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385A382B-CD0D-2340-AE60-03CFAA680E7F}"/>
                  </a:ext>
                </a:extLst>
              </p:cNvPr>
              <p:cNvSpPr txBox="1"/>
              <p:nvPr/>
            </p:nvSpPr>
            <p:spPr>
              <a:xfrm>
                <a:off x="4260026" y="2822914"/>
                <a:ext cx="4146755" cy="64992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GB" sz="2200" b="1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𝒅</m:t>
                      </m:r>
                      <m:sSup>
                        <m:sSupPr>
                          <m:ctrlPr>
                            <a:rPr lang="en-GB" sz="2200" b="1" i="1" dirty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200" b="1" i="1" dirty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𝒘</m:t>
                          </m:r>
                          <m:r>
                            <a:rPr lang="en-US" sz="2200" b="1" i="1" baseline="-25000" dirty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𝟏𝟏</m:t>
                          </m:r>
                        </m:e>
                        <m:sup>
                          <m:r>
                            <a:rPr lang="en-GB" sz="2200" b="1" i="1" dirty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[</m:t>
                          </m:r>
                          <m:r>
                            <a:rPr lang="en-GB" sz="2200" b="1" i="1" dirty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  <m:r>
                            <a:rPr lang="en-GB" sz="2200" b="1" i="1" dirty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]</m:t>
                          </m:r>
                        </m:sup>
                      </m:sSup>
                      <m:r>
                        <a:rPr lang="en-GB" sz="2200" b="1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x-none" sz="2200" b="1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2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  <m:r>
                            <a:rPr lang="en-GB" sz="2200" b="1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𝓛</m:t>
                          </m:r>
                        </m:num>
                        <m:den>
                          <m:r>
                            <a:rPr lang="en-US" sz="22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  <m:sSup>
                            <m:sSupPr>
                              <m:ctrlPr>
                                <a:rPr lang="en-GB" sz="2200" b="1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2200" b="1" i="1" dirty="0">
                                  <a:latin typeface="Cambria Math" panose="02040503050406030204" pitchFamily="18" charset="0"/>
                                </a:rPr>
                                <m:t>𝑾</m:t>
                              </m:r>
                              <m:r>
                                <a:rPr lang="en-US" sz="2200" b="1" i="1" baseline="-25000" dirty="0" smtClean="0">
                                  <a:latin typeface="Cambria Math" panose="02040503050406030204" pitchFamily="18" charset="0"/>
                                </a:rPr>
                                <m:t>𝟏𝟏</m:t>
                              </m:r>
                            </m:e>
                            <m:sup>
                              <m:r>
                                <a:rPr lang="en-GB" sz="2200" b="1" i="1" dirty="0">
                                  <a:latin typeface="Cambria Math" panose="02040503050406030204" pitchFamily="18" charset="0"/>
                                </a:rPr>
                                <m:t>[</m:t>
                              </m:r>
                              <m:r>
                                <a:rPr lang="en-GB" sz="2200" b="1" i="1" dirty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  <m:r>
                                <a:rPr lang="en-GB" sz="2200" b="1" i="1" dirty="0">
                                  <a:latin typeface="Cambria Math" panose="02040503050406030204" pitchFamily="18" charset="0"/>
                                </a:rPr>
                                <m:t>]</m:t>
                              </m:r>
                            </m:sup>
                          </m:sSup>
                        </m:den>
                      </m:f>
                      <m:r>
                        <a:rPr lang="en-US" sz="22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22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𝒅</m:t>
                      </m:r>
                      <m:sSup>
                        <m:sSupPr>
                          <m:ctrlPr>
                            <a:rPr lang="en-GB" sz="2200" b="1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200" b="1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𝒛</m:t>
                          </m:r>
                          <m:r>
                            <a:rPr lang="en-US" sz="2200" b="1" i="1" baseline="-25000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e>
                        <m:sup>
                          <m:r>
                            <a:rPr lang="en-GB" sz="2200" b="1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[</m:t>
                          </m:r>
                          <m:r>
                            <a:rPr lang="en-GB" sz="2200" b="1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  <m:r>
                            <a:rPr lang="en-GB" sz="2200" b="1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]</m:t>
                          </m:r>
                        </m:sup>
                      </m:sSup>
                      <m:sSup>
                        <m:sSupPr>
                          <m:ctrlPr>
                            <a:rPr lang="en-GB" sz="2200" b="1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200" b="1" i="1" dirty="0" smtClean="0">
                              <a:latin typeface="Cambria Math" panose="02040503050406030204" pitchFamily="18" charset="0"/>
                            </a:rPr>
                            <m:t> .  </m:t>
                          </m:r>
                          <m:r>
                            <a:rPr lang="en-GB" sz="2200" b="1" i="1" dirty="0">
                              <a:latin typeface="Cambria Math" panose="02040503050406030204" pitchFamily="18" charset="0"/>
                            </a:rPr>
                            <m:t>𝒂</m:t>
                          </m:r>
                          <m:r>
                            <a:rPr lang="en-US" sz="2200" b="1" i="1" baseline="-25000" dirty="0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e>
                        <m:sup>
                          <m:d>
                            <m:dPr>
                              <m:begChr m:val="["/>
                              <m:endChr m:val="]"/>
                              <m:ctrlPr>
                                <a:rPr lang="en-GB" sz="2200" b="1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2200" b="1" i="1" dirty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e>
                          </m:d>
                        </m:sup>
                      </m:sSup>
                    </m:oMath>
                  </m:oMathPara>
                </a14:m>
                <a:endParaRPr lang="x-none" sz="2200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385A382B-CD0D-2340-AE60-03CFAA680E7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60026" y="2822914"/>
                <a:ext cx="4146755" cy="649922"/>
              </a:xfrm>
              <a:prstGeom prst="rect">
                <a:avLst/>
              </a:prstGeom>
              <a:blipFill rotWithShape="0">
                <a:blip r:embed="rId4"/>
                <a:stretch>
                  <a:fillRect b="-841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7" name="Picture 1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7963" y="2456671"/>
            <a:ext cx="3808132" cy="2376083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385A382B-CD0D-2340-AE60-03CFAA680E7F}"/>
                  </a:ext>
                </a:extLst>
              </p:cNvPr>
              <p:cNvSpPr txBox="1"/>
              <p:nvPr/>
            </p:nvSpPr>
            <p:spPr>
              <a:xfrm>
                <a:off x="4221926" y="3718287"/>
                <a:ext cx="4146755" cy="64992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GB" sz="2200" b="1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𝒅</m:t>
                      </m:r>
                      <m:sSup>
                        <m:sSupPr>
                          <m:ctrlPr>
                            <a:rPr lang="en-GB" sz="2200" b="1" i="1" dirty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200" b="1" i="1" dirty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𝒘</m:t>
                          </m:r>
                          <m:r>
                            <a:rPr lang="en-US" sz="2200" b="1" i="1" baseline="-25000" dirty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𝟏𝟐</m:t>
                          </m:r>
                        </m:e>
                        <m:sup>
                          <m:r>
                            <a:rPr lang="en-GB" sz="2200" b="1" i="1" dirty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[</m:t>
                          </m:r>
                          <m:r>
                            <a:rPr lang="en-GB" sz="2200" b="1" i="1" dirty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  <m:r>
                            <a:rPr lang="en-GB" sz="2200" b="1" i="1" dirty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]</m:t>
                          </m:r>
                        </m:sup>
                      </m:sSup>
                      <m:r>
                        <a:rPr lang="en-GB" sz="2200" b="1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x-none" sz="2200" b="1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2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  <m:r>
                            <a:rPr lang="en-GB" sz="2200" b="1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𝓛</m:t>
                          </m:r>
                        </m:num>
                        <m:den>
                          <m:r>
                            <a:rPr lang="en-US" sz="22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  <m:sSup>
                            <m:sSupPr>
                              <m:ctrlPr>
                                <a:rPr lang="en-GB" sz="2200" b="1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2200" b="1" i="1" dirty="0">
                                  <a:latin typeface="Cambria Math" panose="02040503050406030204" pitchFamily="18" charset="0"/>
                                </a:rPr>
                                <m:t>𝑾</m:t>
                              </m:r>
                              <m:r>
                                <a:rPr lang="en-US" sz="2200" b="1" i="1" baseline="-25000" dirty="0" smtClean="0">
                                  <a:latin typeface="Cambria Math" panose="02040503050406030204" pitchFamily="18" charset="0"/>
                                </a:rPr>
                                <m:t>𝟏𝟐</m:t>
                              </m:r>
                            </m:e>
                            <m:sup>
                              <m:r>
                                <a:rPr lang="en-GB" sz="2200" b="1" i="1" dirty="0">
                                  <a:latin typeface="Cambria Math" panose="02040503050406030204" pitchFamily="18" charset="0"/>
                                </a:rPr>
                                <m:t>[</m:t>
                              </m:r>
                              <m:r>
                                <a:rPr lang="en-GB" sz="2200" b="1" i="1" dirty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  <m:r>
                                <a:rPr lang="en-GB" sz="2200" b="1" i="1" dirty="0">
                                  <a:latin typeface="Cambria Math" panose="02040503050406030204" pitchFamily="18" charset="0"/>
                                </a:rPr>
                                <m:t>]</m:t>
                              </m:r>
                            </m:sup>
                          </m:sSup>
                        </m:den>
                      </m:f>
                      <m:r>
                        <a:rPr lang="en-US" sz="22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22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𝒅</m:t>
                      </m:r>
                      <m:sSup>
                        <m:sSupPr>
                          <m:ctrlPr>
                            <a:rPr lang="en-GB" sz="2200" b="1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200" b="1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𝒛</m:t>
                          </m:r>
                          <m:r>
                            <a:rPr lang="en-US" sz="2200" b="1" i="1" baseline="-25000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e>
                        <m:sup>
                          <m:r>
                            <a:rPr lang="en-GB" sz="2200" b="1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[</m:t>
                          </m:r>
                          <m:r>
                            <a:rPr lang="en-GB" sz="2200" b="1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  <m:r>
                            <a:rPr lang="en-GB" sz="2200" b="1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]</m:t>
                          </m:r>
                        </m:sup>
                      </m:sSup>
                      <m:sSup>
                        <m:sSupPr>
                          <m:ctrlPr>
                            <a:rPr lang="en-GB" sz="2200" b="1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200" b="1" i="1" dirty="0" smtClean="0">
                              <a:latin typeface="Cambria Math" panose="02040503050406030204" pitchFamily="18" charset="0"/>
                            </a:rPr>
                            <m:t> .   </m:t>
                          </m:r>
                          <m:r>
                            <a:rPr lang="en-GB" sz="2200" b="1" i="1" dirty="0">
                              <a:latin typeface="Cambria Math" panose="02040503050406030204" pitchFamily="18" charset="0"/>
                            </a:rPr>
                            <m:t>𝒂</m:t>
                          </m:r>
                          <m:r>
                            <a:rPr lang="en-US" sz="2200" b="1" i="1" baseline="-25000" dirty="0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e>
                        <m:sup>
                          <m:d>
                            <m:dPr>
                              <m:begChr m:val="["/>
                              <m:endChr m:val="]"/>
                              <m:ctrlPr>
                                <a:rPr lang="en-GB" sz="2200" b="1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2200" b="1" i="1" dirty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e>
                          </m:d>
                        </m:sup>
                      </m:sSup>
                    </m:oMath>
                  </m:oMathPara>
                </a14:m>
                <a:endParaRPr lang="x-none" sz="2200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385A382B-CD0D-2340-AE60-03CFAA680E7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21926" y="3718287"/>
                <a:ext cx="4146755" cy="649922"/>
              </a:xfrm>
              <a:prstGeom prst="rect">
                <a:avLst/>
              </a:prstGeom>
              <a:blipFill rotWithShape="0">
                <a:blip r:embed="rId6"/>
                <a:stretch>
                  <a:fillRect b="-747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Oval 18"/>
          <p:cNvSpPr/>
          <p:nvPr/>
        </p:nvSpPr>
        <p:spPr>
          <a:xfrm>
            <a:off x="7687269" y="2719539"/>
            <a:ext cx="810559" cy="1648657"/>
          </a:xfrm>
          <a:prstGeom prst="ellipse">
            <a:avLst/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20" name="Curved Connector 19"/>
          <p:cNvCxnSpPr/>
          <p:nvPr/>
        </p:nvCxnSpPr>
        <p:spPr>
          <a:xfrm rot="5400000" flipH="1" flipV="1">
            <a:off x="7270980" y="4216994"/>
            <a:ext cx="587217" cy="435482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6368794" y="4652326"/>
            <a:ext cx="269016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Always positive why?</a:t>
            </a:r>
            <a:endParaRPr lang="en-IN" sz="20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207049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8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/>
          <p:nvPr/>
        </p:nvSpPr>
        <p:spPr>
          <a:xfrm>
            <a:off x="5384833" y="2034585"/>
            <a:ext cx="3680046" cy="3670236"/>
          </a:xfrm>
          <a:prstGeom prst="rect">
            <a:avLst/>
          </a:prstGeom>
        </p:spPr>
        <p:txBody>
          <a:bodyPr vert="horz" wrap="square" lIns="0" tIns="27940" rIns="0" bIns="0" rtlCol="0">
            <a:spAutoFit/>
          </a:bodyPr>
          <a:lstStyle/>
          <a:p>
            <a:pPr marL="355600" marR="5080" indent="-342900">
              <a:lnSpc>
                <a:spcPts val="2850"/>
              </a:lnSpc>
              <a:spcBef>
                <a:spcPts val="220"/>
              </a:spcBef>
              <a:buFont typeface="Arial" panose="020B0604020202020204" pitchFamily="34" charset="0"/>
              <a:buChar char="•"/>
            </a:pPr>
            <a:r>
              <a:rPr sz="2400" spc="-5" dirty="0">
                <a:latin typeface="Cambria" panose="02040503050406030204" pitchFamily="18" charset="0"/>
                <a:ea typeface="Cambria" panose="02040503050406030204" pitchFamily="18" charset="0"/>
                <a:cs typeface="Arial MT"/>
              </a:rPr>
              <a:t>What </a:t>
            </a:r>
            <a:r>
              <a:rPr sz="2400" dirty="0">
                <a:latin typeface="Cambria" panose="02040503050406030204" pitchFamily="18" charset="0"/>
                <a:ea typeface="Cambria" panose="02040503050406030204" pitchFamily="18" charset="0"/>
                <a:cs typeface="Arial MT"/>
              </a:rPr>
              <a:t>can </a:t>
            </a:r>
            <a:r>
              <a:rPr sz="2400" spc="-5" dirty="0">
                <a:latin typeface="Cambria" panose="02040503050406030204" pitchFamily="18" charset="0"/>
                <a:ea typeface="Cambria" panose="02040503050406030204" pitchFamily="18" charset="0"/>
                <a:cs typeface="Arial MT"/>
              </a:rPr>
              <a:t>we </a:t>
            </a:r>
            <a:r>
              <a:rPr sz="2400" dirty="0">
                <a:latin typeface="Cambria" panose="02040503050406030204" pitchFamily="18" charset="0"/>
                <a:ea typeface="Cambria" panose="02040503050406030204" pitchFamily="18" charset="0"/>
                <a:cs typeface="Arial MT"/>
              </a:rPr>
              <a:t>say </a:t>
            </a:r>
            <a:r>
              <a:rPr sz="2400" spc="-5" dirty="0">
                <a:latin typeface="Cambria" panose="02040503050406030204" pitchFamily="18" charset="0"/>
                <a:ea typeface="Cambria" panose="02040503050406030204" pitchFamily="18" charset="0"/>
                <a:cs typeface="Arial MT"/>
              </a:rPr>
              <a:t>about the gradients on </a:t>
            </a:r>
            <a:r>
              <a:rPr sz="2400" b="1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w</a:t>
            </a:r>
            <a:r>
              <a:rPr sz="2400" dirty="0">
                <a:latin typeface="Cambria" panose="02040503050406030204" pitchFamily="18" charset="0"/>
                <a:ea typeface="Cambria" panose="02040503050406030204" pitchFamily="18" charset="0"/>
                <a:cs typeface="Arial MT"/>
              </a:rPr>
              <a:t>? </a:t>
            </a:r>
            <a:r>
              <a:rPr sz="2400" spc="-655" dirty="0">
                <a:latin typeface="Cambria" panose="02040503050406030204" pitchFamily="18" charset="0"/>
                <a:ea typeface="Cambria" panose="02040503050406030204" pitchFamily="18" charset="0"/>
                <a:cs typeface="Arial MT"/>
              </a:rPr>
              <a:t> </a:t>
            </a:r>
            <a:r>
              <a:rPr sz="2400" spc="-5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  <a:cs typeface="Arial MT"/>
              </a:rPr>
              <a:t>Always</a:t>
            </a:r>
            <a:r>
              <a:rPr sz="2400" spc="-15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  <a:cs typeface="Arial MT"/>
              </a:rPr>
              <a:t> </a:t>
            </a:r>
            <a:r>
              <a:rPr sz="2400" spc="-5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  <a:cs typeface="Arial MT"/>
              </a:rPr>
              <a:t>all</a:t>
            </a:r>
            <a:r>
              <a:rPr sz="2400" spc="-10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  <a:cs typeface="Arial MT"/>
              </a:rPr>
              <a:t> </a:t>
            </a:r>
            <a:r>
              <a:rPr sz="2400" spc="-5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  <a:cs typeface="Arial MT"/>
              </a:rPr>
              <a:t>positive</a:t>
            </a:r>
            <a:r>
              <a:rPr sz="2400" spc="-10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  <a:cs typeface="Arial MT"/>
              </a:rPr>
              <a:t> </a:t>
            </a:r>
            <a:r>
              <a:rPr sz="2400" spc="-5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  <a:cs typeface="Arial MT"/>
              </a:rPr>
              <a:t>or all</a:t>
            </a:r>
            <a:r>
              <a:rPr sz="2400" spc="-10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  <a:cs typeface="Arial MT"/>
              </a:rPr>
              <a:t> </a:t>
            </a:r>
            <a:r>
              <a:rPr sz="2400" spc="-5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  <a:cs typeface="Arial MT"/>
              </a:rPr>
              <a:t>negative</a:t>
            </a:r>
            <a:r>
              <a:rPr sz="2400" spc="-10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  <a:cs typeface="Arial MT"/>
              </a:rPr>
              <a:t> </a:t>
            </a:r>
            <a:r>
              <a:rPr sz="2400" spc="-5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  <a:cs typeface="Arial MT"/>
              </a:rPr>
              <a:t>:</a:t>
            </a:r>
            <a:endParaRPr sz="2400" dirty="0">
              <a:latin typeface="Cambria" panose="02040503050406030204" pitchFamily="18" charset="0"/>
              <a:ea typeface="Cambria" panose="02040503050406030204" pitchFamily="18" charset="0"/>
              <a:cs typeface="Arial MT"/>
            </a:endParaRPr>
          </a:p>
          <a:p>
            <a:pPr marL="355600" indent="-342900">
              <a:lnSpc>
                <a:spcPts val="2760"/>
              </a:lnSpc>
              <a:buFont typeface="Arial" panose="020B0604020202020204" pitchFamily="34" charset="0"/>
              <a:buChar char="•"/>
            </a:pPr>
            <a:r>
              <a:rPr sz="2400" dirty="0">
                <a:solidFill>
                  <a:srgbClr val="FF00FF"/>
                </a:solidFill>
                <a:latin typeface="Cambria" panose="02040503050406030204" pitchFamily="18" charset="0"/>
                <a:ea typeface="Cambria" panose="02040503050406030204" pitchFamily="18" charset="0"/>
                <a:cs typeface="Arial MT"/>
              </a:rPr>
              <a:t>(this</a:t>
            </a:r>
            <a:r>
              <a:rPr sz="2400" spc="-15" dirty="0">
                <a:solidFill>
                  <a:srgbClr val="FF00FF"/>
                </a:solidFill>
                <a:latin typeface="Cambria" panose="02040503050406030204" pitchFamily="18" charset="0"/>
                <a:ea typeface="Cambria" panose="02040503050406030204" pitchFamily="18" charset="0"/>
                <a:cs typeface="Arial MT"/>
              </a:rPr>
              <a:t> </a:t>
            </a:r>
            <a:r>
              <a:rPr sz="2400" spc="-5" dirty="0">
                <a:solidFill>
                  <a:srgbClr val="FF00FF"/>
                </a:solidFill>
                <a:latin typeface="Cambria" panose="02040503050406030204" pitchFamily="18" charset="0"/>
                <a:ea typeface="Cambria" panose="02040503050406030204" pitchFamily="18" charset="0"/>
                <a:cs typeface="Arial MT"/>
              </a:rPr>
              <a:t>is</a:t>
            </a:r>
            <a:r>
              <a:rPr sz="2400" spc="-15" dirty="0">
                <a:solidFill>
                  <a:srgbClr val="FF00FF"/>
                </a:solidFill>
                <a:latin typeface="Cambria" panose="02040503050406030204" pitchFamily="18" charset="0"/>
                <a:ea typeface="Cambria" panose="02040503050406030204" pitchFamily="18" charset="0"/>
                <a:cs typeface="Arial MT"/>
              </a:rPr>
              <a:t> </a:t>
            </a:r>
            <a:r>
              <a:rPr sz="2400" spc="-5" dirty="0">
                <a:solidFill>
                  <a:srgbClr val="FF00FF"/>
                </a:solidFill>
                <a:latin typeface="Cambria" panose="02040503050406030204" pitchFamily="18" charset="0"/>
                <a:ea typeface="Cambria" panose="02040503050406030204" pitchFamily="18" charset="0"/>
                <a:cs typeface="Arial MT"/>
              </a:rPr>
              <a:t>also</a:t>
            </a:r>
            <a:r>
              <a:rPr sz="2400" spc="-15" dirty="0">
                <a:solidFill>
                  <a:srgbClr val="FF00FF"/>
                </a:solidFill>
                <a:latin typeface="Cambria" panose="02040503050406030204" pitchFamily="18" charset="0"/>
                <a:ea typeface="Cambria" panose="02040503050406030204" pitchFamily="18" charset="0"/>
                <a:cs typeface="Arial MT"/>
              </a:rPr>
              <a:t> </a:t>
            </a:r>
            <a:r>
              <a:rPr sz="2400" spc="-5" dirty="0">
                <a:solidFill>
                  <a:srgbClr val="FF00FF"/>
                </a:solidFill>
                <a:latin typeface="Cambria" panose="02040503050406030204" pitchFamily="18" charset="0"/>
                <a:ea typeface="Cambria" panose="02040503050406030204" pitchFamily="18" charset="0"/>
                <a:cs typeface="Arial MT"/>
              </a:rPr>
              <a:t>why</a:t>
            </a:r>
            <a:r>
              <a:rPr sz="2400" spc="-15" dirty="0">
                <a:solidFill>
                  <a:srgbClr val="FF00FF"/>
                </a:solidFill>
                <a:latin typeface="Cambria" panose="02040503050406030204" pitchFamily="18" charset="0"/>
                <a:ea typeface="Cambria" panose="02040503050406030204" pitchFamily="18" charset="0"/>
                <a:cs typeface="Arial MT"/>
              </a:rPr>
              <a:t> </a:t>
            </a:r>
            <a:r>
              <a:rPr sz="2400" dirty="0">
                <a:solidFill>
                  <a:srgbClr val="FF00FF"/>
                </a:solidFill>
                <a:latin typeface="Cambria" panose="02040503050406030204" pitchFamily="18" charset="0"/>
                <a:ea typeface="Cambria" panose="02040503050406030204" pitchFamily="18" charset="0"/>
                <a:cs typeface="Arial MT"/>
              </a:rPr>
              <a:t>you</a:t>
            </a:r>
            <a:r>
              <a:rPr sz="2400" spc="-15" dirty="0">
                <a:solidFill>
                  <a:srgbClr val="FF00FF"/>
                </a:solidFill>
                <a:latin typeface="Cambria" panose="02040503050406030204" pitchFamily="18" charset="0"/>
                <a:ea typeface="Cambria" panose="02040503050406030204" pitchFamily="18" charset="0"/>
                <a:cs typeface="Arial MT"/>
              </a:rPr>
              <a:t> </a:t>
            </a:r>
            <a:r>
              <a:rPr sz="2400" spc="-5" dirty="0">
                <a:solidFill>
                  <a:srgbClr val="FF00FF"/>
                </a:solidFill>
                <a:latin typeface="Cambria" panose="02040503050406030204" pitchFamily="18" charset="0"/>
                <a:ea typeface="Cambria" panose="02040503050406030204" pitchFamily="18" charset="0"/>
                <a:cs typeface="Arial MT"/>
              </a:rPr>
              <a:t>want</a:t>
            </a:r>
            <a:r>
              <a:rPr sz="2400" spc="-15" dirty="0">
                <a:solidFill>
                  <a:srgbClr val="FF00FF"/>
                </a:solidFill>
                <a:latin typeface="Cambria" panose="02040503050406030204" pitchFamily="18" charset="0"/>
                <a:ea typeface="Cambria" panose="02040503050406030204" pitchFamily="18" charset="0"/>
                <a:cs typeface="Arial MT"/>
              </a:rPr>
              <a:t> </a:t>
            </a:r>
            <a:r>
              <a:rPr sz="2400" dirty="0">
                <a:solidFill>
                  <a:srgbClr val="FF00FF"/>
                </a:solidFill>
                <a:latin typeface="Cambria" panose="02040503050406030204" pitchFamily="18" charset="0"/>
                <a:ea typeface="Cambria" panose="02040503050406030204" pitchFamily="18" charset="0"/>
                <a:cs typeface="Arial MT"/>
              </a:rPr>
              <a:t>zero-mean</a:t>
            </a:r>
            <a:r>
              <a:rPr sz="2400" spc="-15" dirty="0">
                <a:solidFill>
                  <a:srgbClr val="FF00FF"/>
                </a:solidFill>
                <a:latin typeface="Cambria" panose="02040503050406030204" pitchFamily="18" charset="0"/>
                <a:ea typeface="Cambria" panose="02040503050406030204" pitchFamily="18" charset="0"/>
                <a:cs typeface="Arial MT"/>
              </a:rPr>
              <a:t> </a:t>
            </a:r>
            <a:r>
              <a:rPr sz="2400" spc="-5" dirty="0">
                <a:solidFill>
                  <a:srgbClr val="FF00FF"/>
                </a:solidFill>
                <a:latin typeface="Cambria" panose="02040503050406030204" pitchFamily="18" charset="0"/>
                <a:ea typeface="Cambria" panose="02040503050406030204" pitchFamily="18" charset="0"/>
                <a:cs typeface="Arial MT"/>
              </a:rPr>
              <a:t>data!)</a:t>
            </a:r>
            <a:endParaRPr lang="en-US" sz="2400" spc="-5" dirty="0">
              <a:solidFill>
                <a:srgbClr val="FF00FF"/>
              </a:solidFill>
              <a:latin typeface="Cambria" panose="02040503050406030204" pitchFamily="18" charset="0"/>
              <a:ea typeface="Cambria" panose="02040503050406030204" pitchFamily="18" charset="0"/>
              <a:cs typeface="Arial MT"/>
            </a:endParaRPr>
          </a:p>
          <a:p>
            <a:pPr marL="355600" indent="-342900">
              <a:lnSpc>
                <a:spcPts val="276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Affects the network convergence</a:t>
            </a:r>
            <a:b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</a:br>
            <a:endParaRPr lang="en-US" sz="24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55600" indent="-342900">
              <a:lnSpc>
                <a:spcPts val="2760"/>
              </a:lnSpc>
              <a:buFont typeface="Arial" panose="020B0604020202020204" pitchFamily="34" charset="0"/>
              <a:buChar char="•"/>
            </a:pPr>
            <a:endParaRPr sz="2400" dirty="0">
              <a:latin typeface="Cambria" panose="02040503050406030204" pitchFamily="18" charset="0"/>
              <a:ea typeface="Cambria" panose="02040503050406030204" pitchFamily="18" charset="0"/>
              <a:cs typeface="Arial MT"/>
            </a:endParaRPr>
          </a:p>
        </p:txBody>
      </p:sp>
      <p:grpSp>
        <p:nvGrpSpPr>
          <p:cNvPr id="3" name="Group 2"/>
          <p:cNvGrpSpPr/>
          <p:nvPr/>
        </p:nvGrpSpPr>
        <p:grpSpPr>
          <a:xfrm>
            <a:off x="840435" y="1736642"/>
            <a:ext cx="3124427" cy="3450227"/>
            <a:chOff x="5812209" y="1420124"/>
            <a:chExt cx="3124427" cy="3450227"/>
          </a:xfrm>
        </p:grpSpPr>
        <p:grpSp>
          <p:nvGrpSpPr>
            <p:cNvPr id="6" name="object 6"/>
            <p:cNvGrpSpPr/>
            <p:nvPr/>
          </p:nvGrpSpPr>
          <p:grpSpPr>
            <a:xfrm>
              <a:off x="5812209" y="1420124"/>
              <a:ext cx="2763520" cy="2787650"/>
              <a:chOff x="5812209" y="562874"/>
              <a:chExt cx="2763520" cy="2787650"/>
            </a:xfrm>
          </p:grpSpPr>
          <p:sp>
            <p:nvSpPr>
              <p:cNvPr id="7" name="object 7"/>
              <p:cNvSpPr/>
              <p:nvPr/>
            </p:nvSpPr>
            <p:spPr>
              <a:xfrm>
                <a:off x="5821734" y="572399"/>
                <a:ext cx="2744470" cy="2768600"/>
              </a:xfrm>
              <a:custGeom>
                <a:avLst/>
                <a:gdLst/>
                <a:ahLst/>
                <a:cxnLst/>
                <a:rect l="l" t="t" r="r" b="b"/>
                <a:pathLst>
                  <a:path w="2744470" h="2768600">
                    <a:moveTo>
                      <a:pt x="1372253" y="0"/>
                    </a:moveTo>
                    <a:lnTo>
                      <a:pt x="1372253" y="2768099"/>
                    </a:lnTo>
                  </a:path>
                  <a:path w="2744470" h="2768600">
                    <a:moveTo>
                      <a:pt x="2744399" y="1384111"/>
                    </a:moveTo>
                    <a:lnTo>
                      <a:pt x="0" y="1384111"/>
                    </a:lnTo>
                  </a:path>
                </a:pathLst>
              </a:custGeom>
              <a:ln w="19049">
                <a:solidFill>
                  <a:srgbClr val="666666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8" name="object 8"/>
              <p:cNvSpPr/>
              <p:nvPr/>
            </p:nvSpPr>
            <p:spPr>
              <a:xfrm>
                <a:off x="7205102" y="585416"/>
                <a:ext cx="1360805" cy="1360170"/>
              </a:xfrm>
              <a:custGeom>
                <a:avLst/>
                <a:gdLst/>
                <a:ahLst/>
                <a:cxnLst/>
                <a:rect l="l" t="t" r="r" b="b"/>
                <a:pathLst>
                  <a:path w="1360804" h="1360170">
                    <a:moveTo>
                      <a:pt x="1360799" y="1359899"/>
                    </a:moveTo>
                    <a:lnTo>
                      <a:pt x="0" y="1359899"/>
                    </a:lnTo>
                    <a:lnTo>
                      <a:pt x="0" y="0"/>
                    </a:lnTo>
                    <a:lnTo>
                      <a:pt x="1360799" y="0"/>
                    </a:lnTo>
                    <a:lnTo>
                      <a:pt x="1360799" y="1359899"/>
                    </a:lnTo>
                    <a:close/>
                  </a:path>
                </a:pathLst>
              </a:custGeom>
              <a:solidFill>
                <a:srgbClr val="D9EAD3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9" name="object 9"/>
              <p:cNvSpPr/>
              <p:nvPr/>
            </p:nvSpPr>
            <p:spPr>
              <a:xfrm>
                <a:off x="7193988" y="1951016"/>
                <a:ext cx="1127760" cy="1035050"/>
              </a:xfrm>
              <a:custGeom>
                <a:avLst/>
                <a:gdLst/>
                <a:ahLst/>
                <a:cxnLst/>
                <a:rect l="l" t="t" r="r" b="b"/>
                <a:pathLst>
                  <a:path w="1127759" h="1035050">
                    <a:moveTo>
                      <a:pt x="0" y="0"/>
                    </a:moveTo>
                    <a:lnTo>
                      <a:pt x="1127480" y="1034523"/>
                    </a:lnTo>
                  </a:path>
                </a:pathLst>
              </a:custGeom>
              <a:ln w="19049">
                <a:solidFill>
                  <a:srgbClr val="0000FF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pic>
            <p:nvPicPr>
              <p:cNvPr id="10" name="object 10"/>
              <p:cNvPicPr/>
              <p:nvPr/>
            </p:nvPicPr>
            <p:blipFill>
              <a:blip r:embed="rId2" cstate="print"/>
              <a:stretch>
                <a:fillRect/>
              </a:stretch>
            </p:blipFill>
            <p:spPr>
              <a:xfrm>
                <a:off x="8290670" y="2952830"/>
                <a:ext cx="104022" cy="100682"/>
              </a:xfrm>
              <a:prstGeom prst="rect">
                <a:avLst/>
              </a:prstGeom>
            </p:spPr>
          </p:pic>
        </p:grpSp>
        <p:sp>
          <p:nvSpPr>
            <p:cNvPr id="11" name="object 11"/>
            <p:cNvSpPr txBox="1"/>
            <p:nvPr/>
          </p:nvSpPr>
          <p:spPr>
            <a:xfrm>
              <a:off x="7526300" y="4018182"/>
              <a:ext cx="1244600" cy="852169"/>
            </a:xfrm>
            <a:prstGeom prst="rect">
              <a:avLst/>
            </a:prstGeom>
          </p:spPr>
          <p:txBody>
            <a:bodyPr vert="horz" wrap="square" lIns="0" tIns="10795" rIns="0" bIns="0" rtlCol="0">
              <a:spAutoFit/>
            </a:bodyPr>
            <a:lstStyle/>
            <a:p>
              <a:pPr marL="12700" marR="5080">
                <a:lnSpc>
                  <a:spcPct val="100699"/>
                </a:lnSpc>
                <a:spcBef>
                  <a:spcPts val="85"/>
                </a:spcBef>
              </a:pPr>
              <a:r>
                <a:rPr spc="-5" dirty="0">
                  <a:solidFill>
                    <a:srgbClr val="0000FF"/>
                  </a:solidFill>
                  <a:latin typeface="Arial MT"/>
                  <a:cs typeface="Arial MT"/>
                </a:rPr>
                <a:t>hypothetical  optimal </a:t>
              </a:r>
              <a:r>
                <a:rPr dirty="0">
                  <a:solidFill>
                    <a:srgbClr val="0000FF"/>
                  </a:solidFill>
                  <a:latin typeface="Arial MT"/>
                  <a:cs typeface="Arial MT"/>
                </a:rPr>
                <a:t>w </a:t>
              </a:r>
              <a:r>
                <a:rPr spc="5" dirty="0">
                  <a:solidFill>
                    <a:srgbClr val="0000FF"/>
                  </a:solidFill>
                  <a:latin typeface="Arial MT"/>
                  <a:cs typeface="Arial MT"/>
                </a:rPr>
                <a:t> </a:t>
              </a:r>
              <a:r>
                <a:rPr dirty="0">
                  <a:solidFill>
                    <a:srgbClr val="0000FF"/>
                  </a:solidFill>
                  <a:latin typeface="Arial MT"/>
                  <a:cs typeface="Arial MT"/>
                </a:rPr>
                <a:t>vector</a:t>
              </a:r>
              <a:endParaRPr>
                <a:latin typeface="Arial MT"/>
                <a:cs typeface="Arial MT"/>
              </a:endParaRPr>
            </a:p>
          </p:txBody>
        </p:sp>
        <p:sp>
          <p:nvSpPr>
            <p:cNvPr id="12" name="object 12"/>
            <p:cNvSpPr txBox="1"/>
            <p:nvPr/>
          </p:nvSpPr>
          <p:spPr>
            <a:xfrm>
              <a:off x="7678701" y="2784620"/>
              <a:ext cx="1257935" cy="299720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>
                <a:spcBef>
                  <a:spcPts val="100"/>
                </a:spcBef>
              </a:pPr>
              <a:r>
                <a:rPr dirty="0">
                  <a:solidFill>
                    <a:srgbClr val="FF0000"/>
                  </a:solidFill>
                  <a:latin typeface="Arial MT"/>
                  <a:cs typeface="Arial MT"/>
                </a:rPr>
                <a:t>zig</a:t>
              </a:r>
              <a:r>
                <a:rPr spc="-50" dirty="0">
                  <a:solidFill>
                    <a:srgbClr val="FF0000"/>
                  </a:solidFill>
                  <a:latin typeface="Arial MT"/>
                  <a:cs typeface="Arial MT"/>
                </a:rPr>
                <a:t> </a:t>
              </a:r>
              <a:r>
                <a:rPr dirty="0">
                  <a:solidFill>
                    <a:srgbClr val="FF0000"/>
                  </a:solidFill>
                  <a:latin typeface="Arial MT"/>
                  <a:cs typeface="Arial MT"/>
                </a:rPr>
                <a:t>zag</a:t>
              </a:r>
              <a:r>
                <a:rPr spc="-50" dirty="0">
                  <a:solidFill>
                    <a:srgbClr val="FF0000"/>
                  </a:solidFill>
                  <a:latin typeface="Arial MT"/>
                  <a:cs typeface="Arial MT"/>
                </a:rPr>
                <a:t> </a:t>
              </a:r>
              <a:r>
                <a:rPr spc="-5" dirty="0">
                  <a:solidFill>
                    <a:srgbClr val="FF0000"/>
                  </a:solidFill>
                  <a:latin typeface="Arial MT"/>
                  <a:cs typeface="Arial MT"/>
                </a:rPr>
                <a:t>path</a:t>
              </a:r>
              <a:endParaRPr>
                <a:latin typeface="Arial MT"/>
                <a:cs typeface="Arial MT"/>
              </a:endParaRPr>
            </a:p>
          </p:txBody>
        </p:sp>
        <p:sp>
          <p:nvSpPr>
            <p:cNvPr id="13" name="object 13"/>
            <p:cNvSpPr txBox="1"/>
            <p:nvPr/>
          </p:nvSpPr>
          <p:spPr>
            <a:xfrm>
              <a:off x="7411385" y="1596845"/>
              <a:ext cx="786130" cy="895117"/>
            </a:xfrm>
            <a:prstGeom prst="rect">
              <a:avLst/>
            </a:prstGeom>
          </p:spPr>
          <p:txBody>
            <a:bodyPr vert="horz" wrap="square" lIns="0" tIns="22860" rIns="0" bIns="0" rtlCol="0">
              <a:spAutoFit/>
            </a:bodyPr>
            <a:lstStyle/>
            <a:p>
              <a:pPr marL="12700" marR="5080">
                <a:lnSpc>
                  <a:spcPts val="1650"/>
                </a:lnSpc>
                <a:spcBef>
                  <a:spcPts val="180"/>
                </a:spcBef>
              </a:pPr>
              <a:r>
                <a:rPr sz="1400" spc="-5" dirty="0">
                  <a:solidFill>
                    <a:srgbClr val="37761C"/>
                  </a:solidFill>
                  <a:latin typeface="Arial MT"/>
                  <a:cs typeface="Arial MT"/>
                </a:rPr>
                <a:t>allowed </a:t>
              </a:r>
              <a:r>
                <a:rPr sz="1400" dirty="0">
                  <a:solidFill>
                    <a:srgbClr val="37761C"/>
                  </a:solidFill>
                  <a:latin typeface="Arial MT"/>
                  <a:cs typeface="Arial MT"/>
                </a:rPr>
                <a:t> </a:t>
              </a:r>
              <a:r>
                <a:rPr sz="1400" spc="-5" dirty="0">
                  <a:solidFill>
                    <a:srgbClr val="37761C"/>
                  </a:solidFill>
                  <a:latin typeface="Arial MT"/>
                  <a:cs typeface="Arial MT"/>
                </a:rPr>
                <a:t>gradient </a:t>
              </a:r>
              <a:r>
                <a:rPr sz="1400" dirty="0">
                  <a:solidFill>
                    <a:srgbClr val="37761C"/>
                  </a:solidFill>
                  <a:latin typeface="Arial MT"/>
                  <a:cs typeface="Arial MT"/>
                </a:rPr>
                <a:t> </a:t>
              </a:r>
              <a:r>
                <a:rPr sz="1400" spc="-5" dirty="0">
                  <a:solidFill>
                    <a:srgbClr val="37761C"/>
                  </a:solidFill>
                  <a:latin typeface="Arial MT"/>
                  <a:cs typeface="Arial MT"/>
                </a:rPr>
                <a:t>update </a:t>
              </a:r>
              <a:r>
                <a:rPr sz="1400" dirty="0">
                  <a:solidFill>
                    <a:srgbClr val="37761C"/>
                  </a:solidFill>
                  <a:latin typeface="Arial MT"/>
                  <a:cs typeface="Arial MT"/>
                </a:rPr>
                <a:t> </a:t>
              </a:r>
              <a:r>
                <a:rPr sz="1400" spc="-5" dirty="0">
                  <a:solidFill>
                    <a:srgbClr val="37761C"/>
                  </a:solidFill>
                  <a:latin typeface="Arial MT"/>
                  <a:cs typeface="Arial MT"/>
                </a:rPr>
                <a:t>directions</a:t>
              </a:r>
              <a:endParaRPr sz="1400">
                <a:latin typeface="Arial MT"/>
                <a:cs typeface="Arial MT"/>
              </a:endParaRPr>
            </a:p>
          </p:txBody>
        </p:sp>
        <p:sp>
          <p:nvSpPr>
            <p:cNvPr id="14" name="object 14"/>
            <p:cNvSpPr txBox="1"/>
            <p:nvPr/>
          </p:nvSpPr>
          <p:spPr>
            <a:xfrm>
              <a:off x="5870964" y="2823286"/>
              <a:ext cx="1313815" cy="1082348"/>
            </a:xfrm>
            <a:prstGeom prst="rect">
              <a:avLst/>
            </a:prstGeom>
            <a:solidFill>
              <a:srgbClr val="D9EAD3"/>
            </a:solidFill>
          </p:spPr>
          <p:txBody>
            <a:bodyPr vert="horz" wrap="square" lIns="0" tIns="2540" rIns="0" bIns="0" rtlCol="0">
              <a:spAutoFit/>
            </a:bodyPr>
            <a:lstStyle/>
            <a:p>
              <a:pPr>
                <a:spcBef>
                  <a:spcPts val="20"/>
                </a:spcBef>
              </a:pPr>
              <a:endParaRPr sz="1350">
                <a:latin typeface="Times New Roman"/>
                <a:cs typeface="Times New Roman"/>
              </a:endParaRPr>
            </a:p>
            <a:p>
              <a:pPr marL="149225" marR="395605">
                <a:lnSpc>
                  <a:spcPts val="1650"/>
                </a:lnSpc>
              </a:pPr>
              <a:r>
                <a:rPr sz="1400" spc="-5" dirty="0">
                  <a:solidFill>
                    <a:srgbClr val="37761C"/>
                  </a:solidFill>
                  <a:latin typeface="Arial MT"/>
                  <a:cs typeface="Arial MT"/>
                </a:rPr>
                <a:t>allowed </a:t>
              </a:r>
              <a:r>
                <a:rPr sz="1400" dirty="0">
                  <a:solidFill>
                    <a:srgbClr val="37761C"/>
                  </a:solidFill>
                  <a:latin typeface="Arial MT"/>
                  <a:cs typeface="Arial MT"/>
                </a:rPr>
                <a:t> </a:t>
              </a:r>
              <a:r>
                <a:rPr sz="1400" spc="-5" dirty="0">
                  <a:solidFill>
                    <a:srgbClr val="37761C"/>
                  </a:solidFill>
                  <a:latin typeface="Arial MT"/>
                  <a:cs typeface="Arial MT"/>
                </a:rPr>
                <a:t>gradient </a:t>
              </a:r>
              <a:r>
                <a:rPr sz="1400" dirty="0">
                  <a:solidFill>
                    <a:srgbClr val="37761C"/>
                  </a:solidFill>
                  <a:latin typeface="Arial MT"/>
                  <a:cs typeface="Arial MT"/>
                </a:rPr>
                <a:t> </a:t>
              </a:r>
              <a:r>
                <a:rPr sz="1400" spc="-5" dirty="0">
                  <a:solidFill>
                    <a:srgbClr val="37761C"/>
                  </a:solidFill>
                  <a:latin typeface="Arial MT"/>
                  <a:cs typeface="Arial MT"/>
                </a:rPr>
                <a:t>update </a:t>
              </a:r>
              <a:r>
                <a:rPr sz="1400" dirty="0">
                  <a:solidFill>
                    <a:srgbClr val="37761C"/>
                  </a:solidFill>
                  <a:latin typeface="Arial MT"/>
                  <a:cs typeface="Arial MT"/>
                </a:rPr>
                <a:t> </a:t>
              </a:r>
              <a:r>
                <a:rPr sz="1400" spc="-5" dirty="0">
                  <a:solidFill>
                    <a:srgbClr val="37761C"/>
                  </a:solidFill>
                  <a:latin typeface="Arial MT"/>
                  <a:cs typeface="Arial MT"/>
                </a:rPr>
                <a:t>directions</a:t>
              </a:r>
              <a:endParaRPr sz="1400">
                <a:latin typeface="Arial MT"/>
                <a:cs typeface="Arial MT"/>
              </a:endParaRPr>
            </a:p>
          </p:txBody>
        </p:sp>
        <p:grpSp>
          <p:nvGrpSpPr>
            <p:cNvPr id="15" name="object 15"/>
            <p:cNvGrpSpPr/>
            <p:nvPr/>
          </p:nvGrpSpPr>
          <p:grpSpPr>
            <a:xfrm>
              <a:off x="7306028" y="2665315"/>
              <a:ext cx="1254125" cy="1263650"/>
              <a:chOff x="7306027" y="1808065"/>
              <a:chExt cx="1254125" cy="1263650"/>
            </a:xfrm>
          </p:grpSpPr>
          <p:sp>
            <p:nvSpPr>
              <p:cNvPr id="16" name="object 16"/>
              <p:cNvSpPr/>
              <p:nvPr/>
            </p:nvSpPr>
            <p:spPr>
              <a:xfrm>
                <a:off x="7346933" y="1817590"/>
                <a:ext cx="25400" cy="340360"/>
              </a:xfrm>
              <a:custGeom>
                <a:avLst/>
                <a:gdLst/>
                <a:ahLst/>
                <a:cxnLst/>
                <a:rect l="l" t="t" r="r" b="b"/>
                <a:pathLst>
                  <a:path w="25400" h="340360">
                    <a:moveTo>
                      <a:pt x="12468" y="-9524"/>
                    </a:moveTo>
                    <a:lnTo>
                      <a:pt x="12468" y="349431"/>
                    </a:lnTo>
                  </a:path>
                </a:pathLst>
              </a:custGeom>
              <a:ln w="43986">
                <a:solidFill>
                  <a:srgbClr val="FF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pic>
            <p:nvPicPr>
              <p:cNvPr id="17" name="object 17"/>
              <p:cNvPicPr/>
              <p:nvPr/>
            </p:nvPicPr>
            <p:blipFill>
              <a:blip r:embed="rId3" cstate="print"/>
              <a:stretch>
                <a:fillRect/>
              </a:stretch>
            </p:blipFill>
            <p:spPr>
              <a:xfrm>
                <a:off x="7306027" y="2145670"/>
                <a:ext cx="81812" cy="107571"/>
              </a:xfrm>
              <a:prstGeom prst="rect">
                <a:avLst/>
              </a:prstGeom>
            </p:spPr>
          </p:pic>
          <p:sp>
            <p:nvSpPr>
              <p:cNvPr id="18" name="object 18"/>
              <p:cNvSpPr/>
              <p:nvPr/>
            </p:nvSpPr>
            <p:spPr>
              <a:xfrm>
                <a:off x="7338345" y="2239737"/>
                <a:ext cx="324485" cy="32384"/>
              </a:xfrm>
              <a:custGeom>
                <a:avLst/>
                <a:gdLst/>
                <a:ahLst/>
                <a:cxnLst/>
                <a:rect l="l" t="t" r="r" b="b"/>
                <a:pathLst>
                  <a:path w="324484" h="32385">
                    <a:moveTo>
                      <a:pt x="-9524" y="15879"/>
                    </a:moveTo>
                    <a:lnTo>
                      <a:pt x="333769" y="15879"/>
                    </a:lnTo>
                  </a:path>
                </a:pathLst>
              </a:custGeom>
              <a:ln w="50808">
                <a:solidFill>
                  <a:srgbClr val="FF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pic>
            <p:nvPicPr>
              <p:cNvPr id="19" name="object 19"/>
              <p:cNvPicPr/>
              <p:nvPr/>
            </p:nvPicPr>
            <p:blipFill>
              <a:blip r:embed="rId4" cstate="print"/>
              <a:stretch>
                <a:fillRect/>
              </a:stretch>
            </p:blipFill>
            <p:spPr>
              <a:xfrm>
                <a:off x="7649997" y="2198896"/>
                <a:ext cx="108156" cy="81681"/>
              </a:xfrm>
              <a:prstGeom prst="rect">
                <a:avLst/>
              </a:prstGeom>
            </p:spPr>
          </p:pic>
          <p:sp>
            <p:nvSpPr>
              <p:cNvPr id="20" name="object 20"/>
              <p:cNvSpPr/>
              <p:nvPr/>
            </p:nvSpPr>
            <p:spPr>
              <a:xfrm>
                <a:off x="7717037" y="2232582"/>
                <a:ext cx="29845" cy="269875"/>
              </a:xfrm>
              <a:custGeom>
                <a:avLst/>
                <a:gdLst/>
                <a:ahLst/>
                <a:cxnLst/>
                <a:rect l="l" t="t" r="r" b="b"/>
                <a:pathLst>
                  <a:path w="29845" h="269875">
                    <a:moveTo>
                      <a:pt x="29765" y="0"/>
                    </a:moveTo>
                    <a:lnTo>
                      <a:pt x="0" y="269789"/>
                    </a:lnTo>
                  </a:path>
                </a:pathLst>
              </a:custGeom>
              <a:ln w="19049">
                <a:solidFill>
                  <a:srgbClr val="FF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pic>
            <p:nvPicPr>
              <p:cNvPr id="21" name="object 21"/>
              <p:cNvPicPr/>
              <p:nvPr/>
            </p:nvPicPr>
            <p:blipFill>
              <a:blip r:embed="rId5" cstate="print"/>
              <a:stretch>
                <a:fillRect/>
              </a:stretch>
            </p:blipFill>
            <p:spPr>
              <a:xfrm>
                <a:off x="7676236" y="2489396"/>
                <a:ext cx="81601" cy="108429"/>
              </a:xfrm>
              <a:prstGeom prst="rect">
                <a:avLst/>
              </a:prstGeom>
            </p:spPr>
          </p:pic>
          <p:pic>
            <p:nvPicPr>
              <p:cNvPr id="22" name="object 22"/>
              <p:cNvPicPr/>
              <p:nvPr/>
            </p:nvPicPr>
            <p:blipFill>
              <a:blip r:embed="rId6" cstate="print"/>
              <a:stretch>
                <a:fillRect/>
              </a:stretch>
            </p:blipFill>
            <p:spPr>
              <a:xfrm>
                <a:off x="8390022" y="2837400"/>
                <a:ext cx="169581" cy="234133"/>
              </a:xfrm>
              <a:prstGeom prst="rect">
                <a:avLst/>
              </a:prstGeom>
            </p:spPr>
          </p:pic>
          <p:sp>
            <p:nvSpPr>
              <p:cNvPr id="23" name="object 23"/>
              <p:cNvSpPr/>
              <p:nvPr/>
            </p:nvSpPr>
            <p:spPr>
              <a:xfrm>
                <a:off x="7725195" y="2553262"/>
                <a:ext cx="324485" cy="32384"/>
              </a:xfrm>
              <a:custGeom>
                <a:avLst/>
                <a:gdLst/>
                <a:ahLst/>
                <a:cxnLst/>
                <a:rect l="l" t="t" r="r" b="b"/>
                <a:pathLst>
                  <a:path w="324484" h="32385">
                    <a:moveTo>
                      <a:pt x="-9524" y="15879"/>
                    </a:moveTo>
                    <a:lnTo>
                      <a:pt x="333769" y="15879"/>
                    </a:lnTo>
                  </a:path>
                </a:pathLst>
              </a:custGeom>
              <a:ln w="50808">
                <a:solidFill>
                  <a:srgbClr val="FF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pic>
            <p:nvPicPr>
              <p:cNvPr id="24" name="object 24"/>
              <p:cNvPicPr/>
              <p:nvPr/>
            </p:nvPicPr>
            <p:blipFill>
              <a:blip r:embed="rId7" cstate="print"/>
              <a:stretch>
                <a:fillRect/>
              </a:stretch>
            </p:blipFill>
            <p:spPr>
              <a:xfrm>
                <a:off x="8036847" y="2512421"/>
                <a:ext cx="108156" cy="81681"/>
              </a:xfrm>
              <a:prstGeom prst="rect">
                <a:avLst/>
              </a:prstGeom>
            </p:spPr>
          </p:pic>
          <p:sp>
            <p:nvSpPr>
              <p:cNvPr id="25" name="object 25"/>
              <p:cNvSpPr/>
              <p:nvPr/>
            </p:nvSpPr>
            <p:spPr>
              <a:xfrm>
                <a:off x="8098037" y="2537382"/>
                <a:ext cx="29845" cy="269875"/>
              </a:xfrm>
              <a:custGeom>
                <a:avLst/>
                <a:gdLst/>
                <a:ahLst/>
                <a:cxnLst/>
                <a:rect l="l" t="t" r="r" b="b"/>
                <a:pathLst>
                  <a:path w="29845" h="269875">
                    <a:moveTo>
                      <a:pt x="29765" y="0"/>
                    </a:moveTo>
                    <a:lnTo>
                      <a:pt x="0" y="269789"/>
                    </a:lnTo>
                  </a:path>
                </a:pathLst>
              </a:custGeom>
              <a:ln w="19049">
                <a:solidFill>
                  <a:srgbClr val="FF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pic>
            <p:nvPicPr>
              <p:cNvPr id="26" name="object 26"/>
              <p:cNvPicPr/>
              <p:nvPr/>
            </p:nvPicPr>
            <p:blipFill>
              <a:blip r:embed="rId5" cstate="print"/>
              <a:stretch>
                <a:fillRect/>
              </a:stretch>
            </p:blipFill>
            <p:spPr>
              <a:xfrm>
                <a:off x="8057236" y="2794196"/>
                <a:ext cx="81601" cy="108429"/>
              </a:xfrm>
              <a:prstGeom prst="rect">
                <a:avLst/>
              </a:prstGeom>
            </p:spPr>
          </p:pic>
          <p:sp>
            <p:nvSpPr>
              <p:cNvPr id="27" name="object 27"/>
              <p:cNvSpPr/>
              <p:nvPr/>
            </p:nvSpPr>
            <p:spPr>
              <a:xfrm>
                <a:off x="8106195" y="2858062"/>
                <a:ext cx="324485" cy="32384"/>
              </a:xfrm>
              <a:custGeom>
                <a:avLst/>
                <a:gdLst/>
                <a:ahLst/>
                <a:cxnLst/>
                <a:rect l="l" t="t" r="r" b="b"/>
                <a:pathLst>
                  <a:path w="324484" h="32385">
                    <a:moveTo>
                      <a:pt x="-9524" y="15879"/>
                    </a:moveTo>
                    <a:lnTo>
                      <a:pt x="333769" y="15879"/>
                    </a:lnTo>
                  </a:path>
                </a:pathLst>
              </a:custGeom>
              <a:ln w="50808">
                <a:solidFill>
                  <a:srgbClr val="FF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pic>
            <p:nvPicPr>
              <p:cNvPr id="28" name="object 28"/>
              <p:cNvPicPr/>
              <p:nvPr/>
            </p:nvPicPr>
            <p:blipFill>
              <a:blip r:embed="rId7" cstate="print"/>
              <a:stretch>
                <a:fillRect/>
              </a:stretch>
            </p:blipFill>
            <p:spPr>
              <a:xfrm>
                <a:off x="8417847" y="2817221"/>
                <a:ext cx="108156" cy="81681"/>
              </a:xfrm>
              <a:prstGeom prst="rect">
                <a:avLst/>
              </a:prstGeom>
            </p:spPr>
          </p:pic>
        </p:grpSp>
      </p:grpSp>
      <p:sp>
        <p:nvSpPr>
          <p:cNvPr id="31" name="object 31"/>
          <p:cNvSpPr txBox="1">
            <a:spLocks noGrp="1"/>
          </p:cNvSpPr>
          <p:nvPr>
            <p:ph type="ftr" sz="quarter" idx="5"/>
          </p:nvPr>
        </p:nvSpPr>
        <p:spPr>
          <a:xfrm>
            <a:off x="7358634" y="8354235"/>
            <a:ext cx="1706245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spc="-5" dirty="0"/>
              <a:t>April</a:t>
            </a:r>
            <a:r>
              <a:rPr spc="-50" dirty="0"/>
              <a:t> </a:t>
            </a:r>
            <a:r>
              <a:rPr spc="-5" dirty="0"/>
              <a:t>20,</a:t>
            </a:r>
            <a:r>
              <a:rPr spc="-45" dirty="0"/>
              <a:t> </a:t>
            </a:r>
            <a:r>
              <a:rPr spc="-5" dirty="0"/>
              <a:t>2017</a:t>
            </a:r>
          </a:p>
        </p:txBody>
      </p:sp>
      <p:sp>
        <p:nvSpPr>
          <p:cNvPr id="32" name="object 32"/>
          <p:cNvSpPr txBox="1">
            <a:spLocks noGrp="1"/>
          </p:cNvSpPr>
          <p:nvPr>
            <p:ph type="dt" sz="half" idx="4294967295"/>
          </p:nvPr>
        </p:nvSpPr>
        <p:spPr>
          <a:xfrm>
            <a:off x="145224" y="6520206"/>
            <a:ext cx="4514850" cy="2693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sz="1000" spc="-5" dirty="0"/>
              <a:t>Fei-Fei</a:t>
            </a:r>
            <a:r>
              <a:rPr sz="1000" spc="-20" dirty="0"/>
              <a:t> </a:t>
            </a:r>
            <a:r>
              <a:rPr sz="1000" spc="-5" dirty="0"/>
              <a:t>Li</a:t>
            </a:r>
            <a:r>
              <a:rPr sz="1000" spc="-15" dirty="0"/>
              <a:t> </a:t>
            </a:r>
            <a:r>
              <a:rPr sz="1000" dirty="0"/>
              <a:t>&amp;</a:t>
            </a:r>
            <a:r>
              <a:rPr sz="1000" spc="-20" dirty="0"/>
              <a:t> </a:t>
            </a:r>
            <a:r>
              <a:rPr sz="1000" dirty="0"/>
              <a:t>Justin</a:t>
            </a:r>
            <a:r>
              <a:rPr sz="1000" spc="-20" dirty="0"/>
              <a:t> </a:t>
            </a:r>
            <a:r>
              <a:rPr sz="1000" dirty="0"/>
              <a:t>Johnson</a:t>
            </a:r>
            <a:r>
              <a:rPr sz="1000" spc="-15" dirty="0"/>
              <a:t> </a:t>
            </a:r>
            <a:r>
              <a:rPr sz="1000" dirty="0"/>
              <a:t>&amp;</a:t>
            </a:r>
            <a:r>
              <a:rPr sz="1000" spc="-20" dirty="0"/>
              <a:t> </a:t>
            </a:r>
            <a:r>
              <a:rPr sz="1000" spc="-5" dirty="0"/>
              <a:t>Serena</a:t>
            </a:r>
            <a:r>
              <a:rPr sz="1000" spc="-25" dirty="0"/>
              <a:t> </a:t>
            </a:r>
            <a:r>
              <a:rPr sz="1000" spc="-5" dirty="0"/>
              <a:t>Yeung</a:t>
            </a:r>
          </a:p>
        </p:txBody>
      </p:sp>
      <p:sp>
        <p:nvSpPr>
          <p:cNvPr id="33" name="Title 3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Nonzero-centered outputs</a:t>
            </a:r>
            <a:br>
              <a:rPr lang="en-US" dirty="0"/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5860011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0"/>
          </p:nvPr>
        </p:nvSpPr>
        <p:spPr>
          <a:xfrm>
            <a:off x="36490" y="1447800"/>
            <a:ext cx="8955110" cy="4525963"/>
          </a:xfrm>
        </p:spPr>
        <p:txBody>
          <a:bodyPr>
            <a:normAutofit fontScale="92500" lnSpcReduction="10000"/>
          </a:bodyPr>
          <a:lstStyle/>
          <a:p>
            <a:pPr marL="354965" indent="-342900">
              <a:spcBef>
                <a:spcPts val="100"/>
              </a:spcBef>
              <a:buFont typeface="Arial" panose="020B0604020202020204" pitchFamily="34" charset="0"/>
              <a:buChar char="•"/>
              <a:tabLst>
                <a:tab pos="325755" algn="l"/>
                <a:tab pos="326390" algn="l"/>
              </a:tabLst>
            </a:pPr>
            <a:r>
              <a:rPr lang="en-US" altLang="en-US" sz="2000" dirty="0"/>
              <a:t>Like sigmoid it has S shaped curve and models non linear relationship in data</a:t>
            </a:r>
          </a:p>
          <a:p>
            <a:pPr marL="354965" indent="-342900">
              <a:lnSpc>
                <a:spcPct val="100000"/>
              </a:lnSpc>
              <a:spcBef>
                <a:spcPts val="100"/>
              </a:spcBef>
              <a:buFont typeface="Arial" panose="020B0604020202020204" pitchFamily="34" charset="0"/>
              <a:buChar char="•"/>
              <a:tabLst>
                <a:tab pos="325755" algn="l"/>
                <a:tab pos="326390" algn="l"/>
              </a:tabLst>
            </a:pPr>
            <a:r>
              <a:rPr lang="en-US" sz="2000" spc="-5" dirty="0">
                <a:cs typeface="Arial MT"/>
              </a:rPr>
              <a:t>Squashes</a:t>
            </a:r>
            <a:r>
              <a:rPr lang="en-US" sz="2000" spc="-30" dirty="0">
                <a:cs typeface="Arial MT"/>
              </a:rPr>
              <a:t> </a:t>
            </a:r>
            <a:r>
              <a:rPr lang="en-US" sz="2000" spc="-5" dirty="0">
                <a:cs typeface="Arial MT"/>
              </a:rPr>
              <a:t>numbers</a:t>
            </a:r>
            <a:r>
              <a:rPr lang="en-US" sz="2000" spc="-20" dirty="0">
                <a:cs typeface="Arial MT"/>
              </a:rPr>
              <a:t> </a:t>
            </a:r>
            <a:r>
              <a:rPr lang="en-US" sz="2000" spc="-5" dirty="0">
                <a:cs typeface="Arial MT"/>
              </a:rPr>
              <a:t>to</a:t>
            </a:r>
            <a:r>
              <a:rPr lang="en-US" sz="2000" spc="-20" dirty="0">
                <a:cs typeface="Arial MT"/>
              </a:rPr>
              <a:t> </a:t>
            </a:r>
            <a:r>
              <a:rPr lang="en-US" sz="2000" dirty="0">
                <a:cs typeface="Arial MT"/>
              </a:rPr>
              <a:t>range</a:t>
            </a:r>
            <a:r>
              <a:rPr lang="en-US" sz="2000" spc="-25" dirty="0">
                <a:cs typeface="Arial MT"/>
              </a:rPr>
              <a:t> </a:t>
            </a:r>
            <a:r>
              <a:rPr lang="en-US" sz="2000" spc="-5" dirty="0">
                <a:cs typeface="Arial MT"/>
              </a:rPr>
              <a:t>[-1,1]</a:t>
            </a:r>
            <a:endParaRPr lang="en-US" sz="2000" dirty="0">
              <a:cs typeface="Arial MT"/>
            </a:endParaRPr>
          </a:p>
          <a:p>
            <a:pPr marL="354965" indent="-342900">
              <a:lnSpc>
                <a:spcPct val="100000"/>
              </a:lnSpc>
              <a:buFont typeface="Arial" panose="020B0604020202020204" pitchFamily="34" charset="0"/>
              <a:buChar char="•"/>
              <a:tabLst>
                <a:tab pos="325755" algn="l"/>
                <a:tab pos="326390" algn="l"/>
              </a:tabLst>
            </a:pPr>
            <a:r>
              <a:rPr lang="en-US" sz="2000" dirty="0">
                <a:solidFill>
                  <a:srgbClr val="37761C"/>
                </a:solidFill>
                <a:cs typeface="Arial MT"/>
              </a:rPr>
              <a:t>Zero</a:t>
            </a:r>
            <a:r>
              <a:rPr lang="en-US" sz="2000" spc="-40" dirty="0">
                <a:solidFill>
                  <a:srgbClr val="37761C"/>
                </a:solidFill>
                <a:cs typeface="Arial MT"/>
              </a:rPr>
              <a:t> </a:t>
            </a:r>
            <a:r>
              <a:rPr lang="en-US" sz="2000" dirty="0">
                <a:solidFill>
                  <a:srgbClr val="37761C"/>
                </a:solidFill>
                <a:cs typeface="Arial MT"/>
              </a:rPr>
              <a:t>centered</a:t>
            </a:r>
            <a:r>
              <a:rPr lang="en-US" sz="2000" spc="-35" dirty="0">
                <a:solidFill>
                  <a:srgbClr val="37761C"/>
                </a:solidFill>
                <a:cs typeface="Arial MT"/>
              </a:rPr>
              <a:t> </a:t>
            </a:r>
            <a:r>
              <a:rPr lang="en-US" sz="2000" dirty="0">
                <a:solidFill>
                  <a:srgbClr val="37761C"/>
                </a:solidFill>
                <a:cs typeface="Arial MT"/>
              </a:rPr>
              <a:t>(nice) – faster convergence, hence uses in hidden layers</a:t>
            </a:r>
            <a:endParaRPr lang="en-US" sz="2000" dirty="0">
              <a:cs typeface="Arial MT"/>
            </a:endParaRPr>
          </a:p>
          <a:p>
            <a:pPr marL="354965" indent="-342900">
              <a:lnSpc>
                <a:spcPct val="100000"/>
              </a:lnSpc>
              <a:buFont typeface="Arial" panose="020B0604020202020204" pitchFamily="34" charset="0"/>
              <a:buChar char="•"/>
              <a:tabLst>
                <a:tab pos="325755" algn="l"/>
                <a:tab pos="326390" algn="l"/>
              </a:tabLst>
            </a:pPr>
            <a:r>
              <a:rPr lang="en-US" sz="2000" dirty="0">
                <a:solidFill>
                  <a:srgbClr val="FF0000"/>
                </a:solidFill>
                <a:cs typeface="Arial MT"/>
              </a:rPr>
              <a:t>still</a:t>
            </a:r>
            <a:r>
              <a:rPr lang="en-US" sz="2000" spc="-25" dirty="0">
                <a:solidFill>
                  <a:srgbClr val="FF0000"/>
                </a:solidFill>
                <a:cs typeface="Arial MT"/>
              </a:rPr>
              <a:t> </a:t>
            </a:r>
            <a:r>
              <a:rPr lang="en-US" sz="2000" dirty="0">
                <a:solidFill>
                  <a:srgbClr val="FF0000"/>
                </a:solidFill>
                <a:cs typeface="Arial MT"/>
              </a:rPr>
              <a:t>kills</a:t>
            </a:r>
            <a:r>
              <a:rPr lang="en-US" sz="2000" spc="-20" dirty="0">
                <a:solidFill>
                  <a:srgbClr val="FF0000"/>
                </a:solidFill>
                <a:cs typeface="Arial MT"/>
              </a:rPr>
              <a:t> </a:t>
            </a:r>
            <a:r>
              <a:rPr lang="en-US" sz="2000" spc="-5" dirty="0">
                <a:solidFill>
                  <a:srgbClr val="FF0000"/>
                </a:solidFill>
                <a:cs typeface="Arial MT"/>
              </a:rPr>
              <a:t>gradients</a:t>
            </a:r>
            <a:r>
              <a:rPr lang="en-US" sz="2000" spc="-25" dirty="0">
                <a:solidFill>
                  <a:srgbClr val="FF0000"/>
                </a:solidFill>
                <a:cs typeface="Arial MT"/>
              </a:rPr>
              <a:t> </a:t>
            </a:r>
            <a:r>
              <a:rPr lang="en-US" sz="2000" spc="-5" dirty="0">
                <a:solidFill>
                  <a:srgbClr val="FF0000"/>
                </a:solidFill>
                <a:cs typeface="Arial MT"/>
              </a:rPr>
              <a:t>when</a:t>
            </a:r>
            <a:r>
              <a:rPr lang="en-US" sz="2000" spc="-20" dirty="0">
                <a:solidFill>
                  <a:srgbClr val="FF0000"/>
                </a:solidFill>
                <a:cs typeface="Arial MT"/>
              </a:rPr>
              <a:t> </a:t>
            </a:r>
            <a:r>
              <a:rPr lang="en-US" sz="2000" dirty="0">
                <a:solidFill>
                  <a:srgbClr val="FF0000"/>
                </a:solidFill>
                <a:cs typeface="Arial MT"/>
              </a:rPr>
              <a:t>saturated</a:t>
            </a:r>
            <a:r>
              <a:rPr lang="en-US" sz="2000" spc="-20" dirty="0">
                <a:solidFill>
                  <a:srgbClr val="FF0000"/>
                </a:solidFill>
                <a:cs typeface="Arial MT"/>
              </a:rPr>
              <a:t> </a:t>
            </a:r>
          </a:p>
          <a:p>
            <a:pPr marL="354965" indent="-342900">
              <a:buFont typeface="Arial" panose="020B0604020202020204" pitchFamily="34" charset="0"/>
              <a:buChar char="•"/>
              <a:tabLst>
                <a:tab pos="325755" algn="l"/>
                <a:tab pos="326390" algn="l"/>
              </a:tabLst>
            </a:pPr>
            <a:r>
              <a:rPr lang="en-US" sz="2000" dirty="0">
                <a:solidFill>
                  <a:srgbClr val="FF0000"/>
                </a:solidFill>
              </a:rPr>
              <a:t>Still computationally expensive</a:t>
            </a:r>
          </a:p>
          <a:p>
            <a:pPr marL="354965" indent="-342900">
              <a:lnSpc>
                <a:spcPct val="100000"/>
              </a:lnSpc>
              <a:buFont typeface="Arial" panose="020B0604020202020204" pitchFamily="34" charset="0"/>
              <a:buChar char="•"/>
              <a:tabLst>
                <a:tab pos="325755" algn="l"/>
                <a:tab pos="326390" algn="l"/>
              </a:tabLst>
            </a:pPr>
            <a:endParaRPr lang="en-US" sz="2000" spc="-20" dirty="0">
              <a:solidFill>
                <a:srgbClr val="FF0000"/>
              </a:solidFill>
              <a:cs typeface="Arial MT"/>
            </a:endParaRPr>
          </a:p>
          <a:p>
            <a:pPr marL="342900" marR="55880" indent="-342900" algn="just">
              <a:buFont typeface="Arial" panose="020B0604020202020204" pitchFamily="34" charset="0"/>
              <a:buChar char="•"/>
            </a:pPr>
            <a:endParaRPr lang="en-US" altLang="en-US" sz="2000" dirty="0"/>
          </a:p>
          <a:p>
            <a:pPr marL="342900" marR="55880" indent="-342900" algn="just">
              <a:buFont typeface="Arial" panose="020B0604020202020204" pitchFamily="34" charset="0"/>
              <a:buChar char="•"/>
            </a:pPr>
            <a:endParaRPr lang="en-US" altLang="en-US" sz="2000" dirty="0"/>
          </a:p>
          <a:p>
            <a:pPr marL="342900" marR="55880" indent="-342900" algn="just">
              <a:buFont typeface="Arial" panose="020B0604020202020204" pitchFamily="34" charset="0"/>
              <a:buChar char="•"/>
            </a:pPr>
            <a:endParaRPr lang="en-US" altLang="en-US" sz="2000" dirty="0"/>
          </a:p>
          <a:p>
            <a:pPr marL="342900" marR="55880" indent="-342900" algn="just">
              <a:buFont typeface="Arial" panose="020B0604020202020204" pitchFamily="34" charset="0"/>
              <a:buChar char="•"/>
            </a:pPr>
            <a:endParaRPr lang="en-US" altLang="en-US" sz="2000" dirty="0"/>
          </a:p>
          <a:p>
            <a:pPr marL="342900" marR="55880" indent="-342900" algn="just">
              <a:buFont typeface="Arial" panose="020B0604020202020204" pitchFamily="34" charset="0"/>
              <a:buChar char="•"/>
            </a:pPr>
            <a:endParaRPr lang="en-US" altLang="en-US" sz="2000" dirty="0"/>
          </a:p>
          <a:p>
            <a:pPr marL="342900" marR="55880" indent="-342900" algn="just">
              <a:buFont typeface="Arial" panose="020B0604020202020204" pitchFamily="34" charset="0"/>
              <a:buChar char="•"/>
            </a:pPr>
            <a:endParaRPr lang="en-US" altLang="en-US" sz="2000" dirty="0"/>
          </a:p>
          <a:p>
            <a:pPr marL="342900" marR="55880" indent="-342900" algn="just">
              <a:buFont typeface="Arial" panose="020B0604020202020204" pitchFamily="34" charset="0"/>
              <a:buChar char="•"/>
            </a:pPr>
            <a:endParaRPr lang="en-US" altLang="en-US" sz="2000" dirty="0"/>
          </a:p>
          <a:p>
            <a:pPr marL="342900" marR="55880" indent="-342900" algn="just">
              <a:buFont typeface="Arial" panose="020B0604020202020204" pitchFamily="34" charset="0"/>
              <a:buChar char="•"/>
            </a:pPr>
            <a:endParaRPr lang="en-US" altLang="en-US" sz="2000" dirty="0"/>
          </a:p>
          <a:p>
            <a:pPr marL="342900" marR="55880" indent="-342900" algn="just">
              <a:buFont typeface="Arial" panose="020B0604020202020204" pitchFamily="34" charset="0"/>
              <a:buChar char="•"/>
            </a:pPr>
            <a:endParaRPr lang="en-US" altLang="en-US" sz="2000" dirty="0"/>
          </a:p>
          <a:p>
            <a:pPr marL="342900" marR="55880" indent="-342900" algn="just">
              <a:buFont typeface="Arial" panose="020B0604020202020204" pitchFamily="34" charset="0"/>
              <a:buChar char="•"/>
            </a:pPr>
            <a:r>
              <a:rPr lang="en-US" altLang="en-US" sz="2000" dirty="0"/>
              <a:t>This looks very similar to sigmoid. In fact, it is a scaled sigmoid function!</a:t>
            </a:r>
          </a:p>
          <a:p>
            <a:pPr marL="342900" marR="55880" indent="-342900" algn="just">
              <a:buFont typeface="Arial" panose="020B0604020202020204" pitchFamily="34" charset="0"/>
              <a:buChar char="•"/>
            </a:pPr>
            <a:endParaRPr lang="en-US" altLang="en-US" sz="2000" dirty="0"/>
          </a:p>
          <a:p>
            <a:pPr marL="342900" marR="55880" indent="-342900" algn="just">
              <a:buFont typeface="Arial" panose="020B0604020202020204" pitchFamily="34" charset="0"/>
              <a:buChar char="•"/>
            </a:pPr>
            <a:endParaRPr lang="en-US" altLang="en-US" sz="2000" dirty="0"/>
          </a:p>
          <a:p>
            <a:pPr marL="342900" marR="55880" indent="-34290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en-US" sz="2000" kern="1200" dirty="0">
              <a:solidFill>
                <a:schemeClr val="tx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2000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4.Hyperbolic Tangent (</a:t>
            </a:r>
            <a:r>
              <a:rPr lang="en-US" dirty="0" err="1"/>
              <a:t>tanh</a:t>
            </a:r>
            <a:r>
              <a:rPr lang="en-US" dirty="0"/>
              <a:t>) Function</a:t>
            </a:r>
            <a:endParaRPr lang="en-IN" dirty="0"/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7200" y="3009900"/>
            <a:ext cx="7467600" cy="2362200"/>
          </a:xfrm>
          <a:prstGeom prst="rect">
            <a:avLst/>
          </a:prstGeom>
        </p:spPr>
      </p:pic>
      <p:pic>
        <p:nvPicPr>
          <p:cNvPr id="5" name="Picture 6" descr="https://cdn-images-1.medium.com/max/800/1*U-677uRd-StXbAgrAnX2hw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38399" y="5973762"/>
            <a:ext cx="3718055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42574848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5. </a:t>
            </a:r>
            <a:r>
              <a:rPr lang="en-US" dirty="0" err="1"/>
              <a:t>Relu</a:t>
            </a:r>
            <a:r>
              <a:rPr lang="en-US" dirty="0"/>
              <a:t> </a:t>
            </a:r>
            <a:r>
              <a:rPr lang="en-IN" dirty="0"/>
              <a:t>(rectified linear unit)</a:t>
            </a:r>
            <a:r>
              <a:rPr lang="en-US" dirty="0"/>
              <a:t> Function</a:t>
            </a:r>
            <a:endParaRPr lang="en-IN" dirty="0"/>
          </a:p>
        </p:txBody>
      </p:sp>
      <p:sp>
        <p:nvSpPr>
          <p:cNvPr id="5" name="Rectangle 4"/>
          <p:cNvSpPr/>
          <p:nvPr/>
        </p:nvSpPr>
        <p:spPr>
          <a:xfrm>
            <a:off x="122240" y="4313461"/>
            <a:ext cx="8767293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kern="12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Because the rectified function is linear for half of the input domain and nonlinear for the other half, it is referred to as a piecewise linear function or a hinge function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kern="12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Kills negative values; thus, stops further propagation of negative values, hence known as rectifier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91840" y="1362977"/>
            <a:ext cx="2574275" cy="2588419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1" y="1766640"/>
            <a:ext cx="2537956" cy="2138363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72251" y="1766640"/>
            <a:ext cx="3267269" cy="19329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403910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0"/>
          </p:nvPr>
        </p:nvSpPr>
        <p:spPr>
          <a:xfrm>
            <a:off x="173814" y="1252268"/>
            <a:ext cx="8951495" cy="5410200"/>
          </a:xfrm>
        </p:spPr>
        <p:txBody>
          <a:bodyPr>
            <a:noAutofit/>
          </a:bodyPr>
          <a:lstStyle/>
          <a:p>
            <a:pPr algn="l">
              <a:spcBef>
                <a:spcPts val="100"/>
              </a:spcBef>
              <a:tabLst>
                <a:tab pos="4093210" algn="l"/>
                <a:tab pos="4093845" algn="l"/>
              </a:tabLst>
            </a:pPr>
            <a:r>
              <a:rPr lang="en-US" kern="1200" dirty="0">
                <a:solidFill>
                  <a:srgbClr val="009900"/>
                </a:solidFill>
              </a:rPr>
              <a:t>Advantages: </a:t>
            </a:r>
          </a:p>
          <a:p>
            <a:pPr marL="285750" indent="-285750" algn="l">
              <a:spcBef>
                <a:spcPts val="100"/>
              </a:spcBef>
              <a:buFont typeface="Arial" panose="020B0604020202020204" pitchFamily="34" charset="0"/>
              <a:buChar char="•"/>
              <a:tabLst>
                <a:tab pos="4093210" algn="l"/>
                <a:tab pos="4093845" algn="l"/>
              </a:tabLst>
            </a:pPr>
            <a:r>
              <a:rPr lang="en-US" kern="1200" dirty="0">
                <a:solidFill>
                  <a:srgbClr val="009900"/>
                </a:solidFill>
              </a:rPr>
              <a:t>Does not saturate (in +region)</a:t>
            </a:r>
          </a:p>
          <a:p>
            <a:pPr marL="285750" indent="-285750" algn="l">
              <a:buFont typeface="Arial" panose="020B0604020202020204" pitchFamily="34" charset="0"/>
              <a:buChar char="•"/>
              <a:tabLst>
                <a:tab pos="4093210" algn="l"/>
                <a:tab pos="4093845" algn="l"/>
              </a:tabLst>
            </a:pPr>
            <a:r>
              <a:rPr lang="en-US" kern="1200" dirty="0">
                <a:solidFill>
                  <a:srgbClr val="009900"/>
                </a:solidFill>
              </a:rPr>
              <a:t>Very computationally efficient</a:t>
            </a:r>
          </a:p>
          <a:p>
            <a:pPr marL="285750" marR="516255" indent="-285750" algn="l">
              <a:spcBef>
                <a:spcPts val="85"/>
              </a:spcBef>
              <a:buFont typeface="Arial" panose="020B0604020202020204" pitchFamily="34" charset="0"/>
              <a:buChar char="•"/>
              <a:tabLst>
                <a:tab pos="4093210" algn="l"/>
                <a:tab pos="4093845" algn="l"/>
              </a:tabLst>
            </a:pPr>
            <a:r>
              <a:rPr lang="en-US" kern="1200" dirty="0">
                <a:solidFill>
                  <a:srgbClr val="009900"/>
                </a:solidFill>
              </a:rPr>
              <a:t>Converges much faster than  sigmoid/</a:t>
            </a:r>
            <a:r>
              <a:rPr lang="en-US" kern="1200" dirty="0" err="1">
                <a:solidFill>
                  <a:srgbClr val="009900"/>
                </a:solidFill>
              </a:rPr>
              <a:t>tanh</a:t>
            </a:r>
            <a:r>
              <a:rPr lang="en-US" kern="1200" dirty="0">
                <a:solidFill>
                  <a:srgbClr val="009900"/>
                </a:solidFill>
              </a:rPr>
              <a:t> in practice (e.g. 6x)</a:t>
            </a:r>
          </a:p>
          <a:p>
            <a:pPr marL="285750" marR="516255" indent="-285750" algn="l">
              <a:spcBef>
                <a:spcPts val="85"/>
              </a:spcBef>
              <a:buFont typeface="Arial" panose="020B0604020202020204" pitchFamily="34" charset="0"/>
              <a:buChar char="•"/>
              <a:tabLst>
                <a:tab pos="4093210" algn="l"/>
                <a:tab pos="4093845" algn="l"/>
              </a:tabLst>
            </a:pPr>
            <a:r>
              <a:rPr lang="en-US" kern="1200" dirty="0">
                <a:solidFill>
                  <a:srgbClr val="009900"/>
                </a:solidFill>
              </a:rPr>
              <a:t>Sparse activation (in a randomly initialized network, only about 50% of hidden units are activated </a:t>
            </a:r>
            <a:r>
              <a:rPr lang="en-US" kern="1200" dirty="0" err="1">
                <a:solidFill>
                  <a:srgbClr val="009900"/>
                </a:solidFill>
              </a:rPr>
              <a:t>i.e</a:t>
            </a:r>
            <a:r>
              <a:rPr lang="en-US" kern="1200" dirty="0">
                <a:solidFill>
                  <a:srgbClr val="009900"/>
                </a:solidFill>
              </a:rPr>
              <a:t> have a non-zero output)</a:t>
            </a:r>
          </a:p>
          <a:p>
            <a:pPr algn="l"/>
            <a:r>
              <a:rPr lang="en-US" kern="1200" dirty="0">
                <a:solidFill>
                  <a:srgbClr val="FF0000"/>
                </a:solidFill>
              </a:rPr>
              <a:t>Disadvantages: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FF0000"/>
                </a:solidFill>
              </a:rPr>
              <a:t>Non-differentiable at zero </a:t>
            </a:r>
            <a:r>
              <a:rPr lang="en-US" kern="1200" dirty="0">
                <a:solidFill>
                  <a:srgbClr val="009900"/>
                </a:solidFill>
              </a:rPr>
              <a:t>(not a major problem as  neural network training algorithms do not usually arrive at a local minimum of the cost function)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FF0000"/>
                </a:solidFill>
              </a:rPr>
              <a:t> Not zero-centered: Unbounded –  </a:t>
            </a:r>
            <a:r>
              <a:rPr lang="en-US" kern="1200" dirty="0">
                <a:solidFill>
                  <a:srgbClr val="009900"/>
                </a:solidFill>
              </a:rPr>
              <a:t>(use Batch </a:t>
            </a:r>
            <a:r>
              <a:rPr lang="en-US" kern="1200" dirty="0" err="1">
                <a:solidFill>
                  <a:srgbClr val="009900"/>
                </a:solidFill>
              </a:rPr>
              <a:t>mormalization</a:t>
            </a:r>
            <a:r>
              <a:rPr lang="en-US" kern="1200" dirty="0">
                <a:solidFill>
                  <a:srgbClr val="009900"/>
                </a:solidFill>
              </a:rPr>
              <a:t>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FF0000"/>
                </a:solidFill>
              </a:rPr>
              <a:t>Dying </a:t>
            </a:r>
            <a:r>
              <a:rPr lang="en-US" dirty="0" err="1">
                <a:solidFill>
                  <a:srgbClr val="FF0000"/>
                </a:solidFill>
              </a:rPr>
              <a:t>ReLU</a:t>
            </a:r>
            <a:r>
              <a:rPr lang="en-US" dirty="0">
                <a:solidFill>
                  <a:srgbClr val="FF0000"/>
                </a:solidFill>
              </a:rPr>
              <a:t> problem – </a:t>
            </a:r>
            <a:r>
              <a:rPr lang="en-US" kern="1200" dirty="0">
                <a:solidFill>
                  <a:srgbClr val="009900"/>
                </a:solidFill>
              </a:rPr>
              <a:t>(use leaky </a:t>
            </a:r>
            <a:r>
              <a:rPr lang="en-US" kern="1200" dirty="0" err="1">
                <a:solidFill>
                  <a:srgbClr val="009900"/>
                </a:solidFill>
              </a:rPr>
              <a:t>Relu</a:t>
            </a:r>
            <a:r>
              <a:rPr lang="en-US" kern="1200" dirty="0">
                <a:solidFill>
                  <a:srgbClr val="009900"/>
                </a:solidFill>
              </a:rPr>
              <a:t>)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5. </a:t>
            </a:r>
            <a:r>
              <a:rPr lang="en-US" dirty="0" err="1"/>
              <a:t>Relu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8235278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" name="Group 31"/>
          <p:cNvGrpSpPr/>
          <p:nvPr/>
        </p:nvGrpSpPr>
        <p:grpSpPr>
          <a:xfrm>
            <a:off x="574314" y="2465760"/>
            <a:ext cx="5539105" cy="2032000"/>
            <a:chOff x="291495" y="1238362"/>
            <a:chExt cx="5539105" cy="2032000"/>
          </a:xfrm>
        </p:grpSpPr>
        <p:grpSp>
          <p:nvGrpSpPr>
            <p:cNvPr id="2" name="object 2"/>
            <p:cNvGrpSpPr/>
            <p:nvPr/>
          </p:nvGrpSpPr>
          <p:grpSpPr>
            <a:xfrm>
              <a:off x="1916912" y="1238362"/>
              <a:ext cx="2032000" cy="2032000"/>
              <a:chOff x="1916912" y="381112"/>
              <a:chExt cx="2032000" cy="2032000"/>
            </a:xfrm>
          </p:grpSpPr>
          <p:sp>
            <p:nvSpPr>
              <p:cNvPr id="3" name="object 3"/>
              <p:cNvSpPr/>
              <p:nvPr/>
            </p:nvSpPr>
            <p:spPr>
              <a:xfrm>
                <a:off x="1921674" y="385874"/>
                <a:ext cx="2022475" cy="2022475"/>
              </a:xfrm>
              <a:custGeom>
                <a:avLst/>
                <a:gdLst/>
                <a:ahLst/>
                <a:cxnLst/>
                <a:rect l="l" t="t" r="r" b="b"/>
                <a:pathLst>
                  <a:path w="2022475" h="2022475">
                    <a:moveTo>
                      <a:pt x="1010999" y="2021999"/>
                    </a:moveTo>
                    <a:lnTo>
                      <a:pt x="963407" y="2020899"/>
                    </a:lnTo>
                    <a:lnTo>
                      <a:pt x="916381" y="2017630"/>
                    </a:lnTo>
                    <a:lnTo>
                      <a:pt x="869970" y="2012241"/>
                    </a:lnTo>
                    <a:lnTo>
                      <a:pt x="824222" y="2004781"/>
                    </a:lnTo>
                    <a:lnTo>
                      <a:pt x="779186" y="1995298"/>
                    </a:lnTo>
                    <a:lnTo>
                      <a:pt x="734911" y="1983841"/>
                    </a:lnTo>
                    <a:lnTo>
                      <a:pt x="691445" y="1970458"/>
                    </a:lnTo>
                    <a:lnTo>
                      <a:pt x="648837" y="1955198"/>
                    </a:lnTo>
                    <a:lnTo>
                      <a:pt x="607135" y="1938109"/>
                    </a:lnTo>
                    <a:lnTo>
                      <a:pt x="566387" y="1919240"/>
                    </a:lnTo>
                    <a:lnTo>
                      <a:pt x="526643" y="1898640"/>
                    </a:lnTo>
                    <a:lnTo>
                      <a:pt x="487951" y="1876357"/>
                    </a:lnTo>
                    <a:lnTo>
                      <a:pt x="450359" y="1852439"/>
                    </a:lnTo>
                    <a:lnTo>
                      <a:pt x="413916" y="1826935"/>
                    </a:lnTo>
                    <a:lnTo>
                      <a:pt x="378671" y="1799894"/>
                    </a:lnTo>
                    <a:lnTo>
                      <a:pt x="344671" y="1771364"/>
                    </a:lnTo>
                    <a:lnTo>
                      <a:pt x="311966" y="1741394"/>
                    </a:lnTo>
                    <a:lnTo>
                      <a:pt x="280605" y="1710033"/>
                    </a:lnTo>
                    <a:lnTo>
                      <a:pt x="250635" y="1677328"/>
                    </a:lnTo>
                    <a:lnTo>
                      <a:pt x="222105" y="1643328"/>
                    </a:lnTo>
                    <a:lnTo>
                      <a:pt x="195064" y="1608083"/>
                    </a:lnTo>
                    <a:lnTo>
                      <a:pt x="169560" y="1571640"/>
                    </a:lnTo>
                    <a:lnTo>
                      <a:pt x="145642" y="1534048"/>
                    </a:lnTo>
                    <a:lnTo>
                      <a:pt x="123359" y="1495356"/>
                    </a:lnTo>
                    <a:lnTo>
                      <a:pt x="102759" y="1455612"/>
                    </a:lnTo>
                    <a:lnTo>
                      <a:pt x="83890" y="1414864"/>
                    </a:lnTo>
                    <a:lnTo>
                      <a:pt x="66801" y="1373162"/>
                    </a:lnTo>
                    <a:lnTo>
                      <a:pt x="51541" y="1330554"/>
                    </a:lnTo>
                    <a:lnTo>
                      <a:pt x="38158" y="1287088"/>
                    </a:lnTo>
                    <a:lnTo>
                      <a:pt x="26701" y="1242813"/>
                    </a:lnTo>
                    <a:lnTo>
                      <a:pt x="17218" y="1197777"/>
                    </a:lnTo>
                    <a:lnTo>
                      <a:pt x="9758" y="1152029"/>
                    </a:lnTo>
                    <a:lnTo>
                      <a:pt x="4369" y="1105618"/>
                    </a:lnTo>
                    <a:lnTo>
                      <a:pt x="1100" y="1058592"/>
                    </a:lnTo>
                    <a:lnTo>
                      <a:pt x="0" y="1010999"/>
                    </a:lnTo>
                    <a:lnTo>
                      <a:pt x="1100" y="963407"/>
                    </a:lnTo>
                    <a:lnTo>
                      <a:pt x="4369" y="916381"/>
                    </a:lnTo>
                    <a:lnTo>
                      <a:pt x="9758" y="869970"/>
                    </a:lnTo>
                    <a:lnTo>
                      <a:pt x="17218" y="824222"/>
                    </a:lnTo>
                    <a:lnTo>
                      <a:pt x="26701" y="779186"/>
                    </a:lnTo>
                    <a:lnTo>
                      <a:pt x="38158" y="734911"/>
                    </a:lnTo>
                    <a:lnTo>
                      <a:pt x="51541" y="691445"/>
                    </a:lnTo>
                    <a:lnTo>
                      <a:pt x="66801" y="648837"/>
                    </a:lnTo>
                    <a:lnTo>
                      <a:pt x="83890" y="607135"/>
                    </a:lnTo>
                    <a:lnTo>
                      <a:pt x="102759" y="566387"/>
                    </a:lnTo>
                    <a:lnTo>
                      <a:pt x="123359" y="526643"/>
                    </a:lnTo>
                    <a:lnTo>
                      <a:pt x="145642" y="487951"/>
                    </a:lnTo>
                    <a:lnTo>
                      <a:pt x="169560" y="450359"/>
                    </a:lnTo>
                    <a:lnTo>
                      <a:pt x="195064" y="413916"/>
                    </a:lnTo>
                    <a:lnTo>
                      <a:pt x="222105" y="378671"/>
                    </a:lnTo>
                    <a:lnTo>
                      <a:pt x="250635" y="344671"/>
                    </a:lnTo>
                    <a:lnTo>
                      <a:pt x="280605" y="311966"/>
                    </a:lnTo>
                    <a:lnTo>
                      <a:pt x="311966" y="280605"/>
                    </a:lnTo>
                    <a:lnTo>
                      <a:pt x="344671" y="250635"/>
                    </a:lnTo>
                    <a:lnTo>
                      <a:pt x="378671" y="222105"/>
                    </a:lnTo>
                    <a:lnTo>
                      <a:pt x="413916" y="195064"/>
                    </a:lnTo>
                    <a:lnTo>
                      <a:pt x="450359" y="169560"/>
                    </a:lnTo>
                    <a:lnTo>
                      <a:pt x="487951" y="145642"/>
                    </a:lnTo>
                    <a:lnTo>
                      <a:pt x="526643" y="123359"/>
                    </a:lnTo>
                    <a:lnTo>
                      <a:pt x="566387" y="102759"/>
                    </a:lnTo>
                    <a:lnTo>
                      <a:pt x="607135" y="83890"/>
                    </a:lnTo>
                    <a:lnTo>
                      <a:pt x="648837" y="66801"/>
                    </a:lnTo>
                    <a:lnTo>
                      <a:pt x="691445" y="51541"/>
                    </a:lnTo>
                    <a:lnTo>
                      <a:pt x="734911" y="38158"/>
                    </a:lnTo>
                    <a:lnTo>
                      <a:pt x="779186" y="26701"/>
                    </a:lnTo>
                    <a:lnTo>
                      <a:pt x="824222" y="17218"/>
                    </a:lnTo>
                    <a:lnTo>
                      <a:pt x="869970" y="9758"/>
                    </a:lnTo>
                    <a:lnTo>
                      <a:pt x="916381" y="4369"/>
                    </a:lnTo>
                    <a:lnTo>
                      <a:pt x="963407" y="1100"/>
                    </a:lnTo>
                    <a:lnTo>
                      <a:pt x="1010999" y="0"/>
                    </a:lnTo>
                    <a:lnTo>
                      <a:pt x="1061132" y="1242"/>
                    </a:lnTo>
                    <a:lnTo>
                      <a:pt x="1110924" y="4947"/>
                    </a:lnTo>
                    <a:lnTo>
                      <a:pt x="1160294" y="11079"/>
                    </a:lnTo>
                    <a:lnTo>
                      <a:pt x="1209157" y="19605"/>
                    </a:lnTo>
                    <a:lnTo>
                      <a:pt x="1257431" y="30490"/>
                    </a:lnTo>
                    <a:lnTo>
                      <a:pt x="1305034" y="43700"/>
                    </a:lnTo>
                    <a:lnTo>
                      <a:pt x="1351882" y="59201"/>
                    </a:lnTo>
                    <a:lnTo>
                      <a:pt x="1397892" y="76957"/>
                    </a:lnTo>
                    <a:lnTo>
                      <a:pt x="1442983" y="96936"/>
                    </a:lnTo>
                    <a:lnTo>
                      <a:pt x="1487070" y="119102"/>
                    </a:lnTo>
                    <a:lnTo>
                      <a:pt x="1530071" y="143421"/>
                    </a:lnTo>
                    <a:lnTo>
                      <a:pt x="1571903" y="169859"/>
                    </a:lnTo>
                    <a:lnTo>
                      <a:pt x="1612483" y="198382"/>
                    </a:lnTo>
                    <a:lnTo>
                      <a:pt x="1651729" y="228955"/>
                    </a:lnTo>
                    <a:lnTo>
                      <a:pt x="1689557" y="261544"/>
                    </a:lnTo>
                    <a:lnTo>
                      <a:pt x="1725884" y="296115"/>
                    </a:lnTo>
                    <a:lnTo>
                      <a:pt x="1760455" y="332442"/>
                    </a:lnTo>
                    <a:lnTo>
                      <a:pt x="1793044" y="370270"/>
                    </a:lnTo>
                    <a:lnTo>
                      <a:pt x="1823617" y="409516"/>
                    </a:lnTo>
                    <a:lnTo>
                      <a:pt x="1852140" y="450096"/>
                    </a:lnTo>
                    <a:lnTo>
                      <a:pt x="1878578" y="491928"/>
                    </a:lnTo>
                    <a:lnTo>
                      <a:pt x="1902897" y="534929"/>
                    </a:lnTo>
                    <a:lnTo>
                      <a:pt x="1925063" y="579016"/>
                    </a:lnTo>
                    <a:lnTo>
                      <a:pt x="1945042" y="624107"/>
                    </a:lnTo>
                    <a:lnTo>
                      <a:pt x="1962798" y="670117"/>
                    </a:lnTo>
                    <a:lnTo>
                      <a:pt x="1978299" y="716965"/>
                    </a:lnTo>
                    <a:lnTo>
                      <a:pt x="1991509" y="764568"/>
                    </a:lnTo>
                    <a:lnTo>
                      <a:pt x="2002394" y="812842"/>
                    </a:lnTo>
                    <a:lnTo>
                      <a:pt x="2010920" y="861705"/>
                    </a:lnTo>
                    <a:lnTo>
                      <a:pt x="2017052" y="911075"/>
                    </a:lnTo>
                    <a:lnTo>
                      <a:pt x="2020757" y="960867"/>
                    </a:lnTo>
                    <a:lnTo>
                      <a:pt x="2021999" y="1010999"/>
                    </a:lnTo>
                    <a:lnTo>
                      <a:pt x="2020899" y="1058592"/>
                    </a:lnTo>
                    <a:lnTo>
                      <a:pt x="2017630" y="1105618"/>
                    </a:lnTo>
                    <a:lnTo>
                      <a:pt x="2012241" y="1152029"/>
                    </a:lnTo>
                    <a:lnTo>
                      <a:pt x="2004781" y="1197777"/>
                    </a:lnTo>
                    <a:lnTo>
                      <a:pt x="1995298" y="1242813"/>
                    </a:lnTo>
                    <a:lnTo>
                      <a:pt x="1983841" y="1287088"/>
                    </a:lnTo>
                    <a:lnTo>
                      <a:pt x="1970458" y="1330554"/>
                    </a:lnTo>
                    <a:lnTo>
                      <a:pt x="1955198" y="1373162"/>
                    </a:lnTo>
                    <a:lnTo>
                      <a:pt x="1938109" y="1414864"/>
                    </a:lnTo>
                    <a:lnTo>
                      <a:pt x="1919240" y="1455612"/>
                    </a:lnTo>
                    <a:lnTo>
                      <a:pt x="1898640" y="1495356"/>
                    </a:lnTo>
                    <a:lnTo>
                      <a:pt x="1876357" y="1534048"/>
                    </a:lnTo>
                    <a:lnTo>
                      <a:pt x="1852439" y="1571640"/>
                    </a:lnTo>
                    <a:lnTo>
                      <a:pt x="1826935" y="1608083"/>
                    </a:lnTo>
                    <a:lnTo>
                      <a:pt x="1799894" y="1643328"/>
                    </a:lnTo>
                    <a:lnTo>
                      <a:pt x="1771364" y="1677328"/>
                    </a:lnTo>
                    <a:lnTo>
                      <a:pt x="1741394" y="1710033"/>
                    </a:lnTo>
                    <a:lnTo>
                      <a:pt x="1710033" y="1741394"/>
                    </a:lnTo>
                    <a:lnTo>
                      <a:pt x="1677328" y="1771364"/>
                    </a:lnTo>
                    <a:lnTo>
                      <a:pt x="1643328" y="1799894"/>
                    </a:lnTo>
                    <a:lnTo>
                      <a:pt x="1608083" y="1826935"/>
                    </a:lnTo>
                    <a:lnTo>
                      <a:pt x="1571640" y="1852439"/>
                    </a:lnTo>
                    <a:lnTo>
                      <a:pt x="1534048" y="1876357"/>
                    </a:lnTo>
                    <a:lnTo>
                      <a:pt x="1495356" y="1898640"/>
                    </a:lnTo>
                    <a:lnTo>
                      <a:pt x="1455612" y="1919240"/>
                    </a:lnTo>
                    <a:lnTo>
                      <a:pt x="1414864" y="1938109"/>
                    </a:lnTo>
                    <a:lnTo>
                      <a:pt x="1373162" y="1955198"/>
                    </a:lnTo>
                    <a:lnTo>
                      <a:pt x="1330554" y="1970458"/>
                    </a:lnTo>
                    <a:lnTo>
                      <a:pt x="1287088" y="1983841"/>
                    </a:lnTo>
                    <a:lnTo>
                      <a:pt x="1242812" y="1995298"/>
                    </a:lnTo>
                    <a:lnTo>
                      <a:pt x="1197777" y="2004781"/>
                    </a:lnTo>
                    <a:lnTo>
                      <a:pt x="1152029" y="2012241"/>
                    </a:lnTo>
                    <a:lnTo>
                      <a:pt x="1105618" y="2017630"/>
                    </a:lnTo>
                    <a:lnTo>
                      <a:pt x="1058592" y="2020899"/>
                    </a:lnTo>
                    <a:lnTo>
                      <a:pt x="1010999" y="2021999"/>
                    </a:lnTo>
                    <a:close/>
                  </a:path>
                </a:pathLst>
              </a:custGeom>
              <a:solidFill>
                <a:srgbClr val="F3F3F3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4" name="object 4"/>
              <p:cNvSpPr/>
              <p:nvPr/>
            </p:nvSpPr>
            <p:spPr>
              <a:xfrm>
                <a:off x="1921674" y="385874"/>
                <a:ext cx="2022475" cy="2022475"/>
              </a:xfrm>
              <a:custGeom>
                <a:avLst/>
                <a:gdLst/>
                <a:ahLst/>
                <a:cxnLst/>
                <a:rect l="l" t="t" r="r" b="b"/>
                <a:pathLst>
                  <a:path w="2022475" h="2022475">
                    <a:moveTo>
                      <a:pt x="0" y="1010999"/>
                    </a:moveTo>
                    <a:lnTo>
                      <a:pt x="1100" y="963407"/>
                    </a:lnTo>
                    <a:lnTo>
                      <a:pt x="4369" y="916381"/>
                    </a:lnTo>
                    <a:lnTo>
                      <a:pt x="9758" y="869970"/>
                    </a:lnTo>
                    <a:lnTo>
                      <a:pt x="17218" y="824222"/>
                    </a:lnTo>
                    <a:lnTo>
                      <a:pt x="26701" y="779186"/>
                    </a:lnTo>
                    <a:lnTo>
                      <a:pt x="38158" y="734911"/>
                    </a:lnTo>
                    <a:lnTo>
                      <a:pt x="51541" y="691445"/>
                    </a:lnTo>
                    <a:lnTo>
                      <a:pt x="66801" y="648837"/>
                    </a:lnTo>
                    <a:lnTo>
                      <a:pt x="83890" y="607135"/>
                    </a:lnTo>
                    <a:lnTo>
                      <a:pt x="102759" y="566387"/>
                    </a:lnTo>
                    <a:lnTo>
                      <a:pt x="123359" y="526643"/>
                    </a:lnTo>
                    <a:lnTo>
                      <a:pt x="145642" y="487951"/>
                    </a:lnTo>
                    <a:lnTo>
                      <a:pt x="169560" y="450359"/>
                    </a:lnTo>
                    <a:lnTo>
                      <a:pt x="195064" y="413916"/>
                    </a:lnTo>
                    <a:lnTo>
                      <a:pt x="222105" y="378671"/>
                    </a:lnTo>
                    <a:lnTo>
                      <a:pt x="250635" y="344671"/>
                    </a:lnTo>
                    <a:lnTo>
                      <a:pt x="280605" y="311966"/>
                    </a:lnTo>
                    <a:lnTo>
                      <a:pt x="311966" y="280605"/>
                    </a:lnTo>
                    <a:lnTo>
                      <a:pt x="344671" y="250635"/>
                    </a:lnTo>
                    <a:lnTo>
                      <a:pt x="378671" y="222105"/>
                    </a:lnTo>
                    <a:lnTo>
                      <a:pt x="413916" y="195064"/>
                    </a:lnTo>
                    <a:lnTo>
                      <a:pt x="450359" y="169560"/>
                    </a:lnTo>
                    <a:lnTo>
                      <a:pt x="487951" y="145642"/>
                    </a:lnTo>
                    <a:lnTo>
                      <a:pt x="526643" y="123359"/>
                    </a:lnTo>
                    <a:lnTo>
                      <a:pt x="566387" y="102759"/>
                    </a:lnTo>
                    <a:lnTo>
                      <a:pt x="607135" y="83890"/>
                    </a:lnTo>
                    <a:lnTo>
                      <a:pt x="648837" y="66801"/>
                    </a:lnTo>
                    <a:lnTo>
                      <a:pt x="691445" y="51541"/>
                    </a:lnTo>
                    <a:lnTo>
                      <a:pt x="734911" y="38158"/>
                    </a:lnTo>
                    <a:lnTo>
                      <a:pt x="779186" y="26701"/>
                    </a:lnTo>
                    <a:lnTo>
                      <a:pt x="824222" y="17218"/>
                    </a:lnTo>
                    <a:lnTo>
                      <a:pt x="869970" y="9758"/>
                    </a:lnTo>
                    <a:lnTo>
                      <a:pt x="916381" y="4369"/>
                    </a:lnTo>
                    <a:lnTo>
                      <a:pt x="963407" y="1100"/>
                    </a:lnTo>
                    <a:lnTo>
                      <a:pt x="1010999" y="0"/>
                    </a:lnTo>
                    <a:lnTo>
                      <a:pt x="1061132" y="1242"/>
                    </a:lnTo>
                    <a:lnTo>
                      <a:pt x="1110924" y="4947"/>
                    </a:lnTo>
                    <a:lnTo>
                      <a:pt x="1160294" y="11079"/>
                    </a:lnTo>
                    <a:lnTo>
                      <a:pt x="1209157" y="19605"/>
                    </a:lnTo>
                    <a:lnTo>
                      <a:pt x="1257431" y="30490"/>
                    </a:lnTo>
                    <a:lnTo>
                      <a:pt x="1305034" y="43700"/>
                    </a:lnTo>
                    <a:lnTo>
                      <a:pt x="1351882" y="59201"/>
                    </a:lnTo>
                    <a:lnTo>
                      <a:pt x="1397892" y="76957"/>
                    </a:lnTo>
                    <a:lnTo>
                      <a:pt x="1442983" y="96936"/>
                    </a:lnTo>
                    <a:lnTo>
                      <a:pt x="1487070" y="119102"/>
                    </a:lnTo>
                    <a:lnTo>
                      <a:pt x="1530071" y="143421"/>
                    </a:lnTo>
                    <a:lnTo>
                      <a:pt x="1571903" y="169859"/>
                    </a:lnTo>
                    <a:lnTo>
                      <a:pt x="1612483" y="198382"/>
                    </a:lnTo>
                    <a:lnTo>
                      <a:pt x="1651729" y="228955"/>
                    </a:lnTo>
                    <a:lnTo>
                      <a:pt x="1689557" y="261544"/>
                    </a:lnTo>
                    <a:lnTo>
                      <a:pt x="1725884" y="296115"/>
                    </a:lnTo>
                    <a:lnTo>
                      <a:pt x="1760455" y="332442"/>
                    </a:lnTo>
                    <a:lnTo>
                      <a:pt x="1793044" y="370270"/>
                    </a:lnTo>
                    <a:lnTo>
                      <a:pt x="1823617" y="409516"/>
                    </a:lnTo>
                    <a:lnTo>
                      <a:pt x="1852140" y="450096"/>
                    </a:lnTo>
                    <a:lnTo>
                      <a:pt x="1878578" y="491928"/>
                    </a:lnTo>
                    <a:lnTo>
                      <a:pt x="1902897" y="534929"/>
                    </a:lnTo>
                    <a:lnTo>
                      <a:pt x="1925063" y="579016"/>
                    </a:lnTo>
                    <a:lnTo>
                      <a:pt x="1945042" y="624107"/>
                    </a:lnTo>
                    <a:lnTo>
                      <a:pt x="1962798" y="670117"/>
                    </a:lnTo>
                    <a:lnTo>
                      <a:pt x="1978299" y="716965"/>
                    </a:lnTo>
                    <a:lnTo>
                      <a:pt x="1991509" y="764568"/>
                    </a:lnTo>
                    <a:lnTo>
                      <a:pt x="2002394" y="812842"/>
                    </a:lnTo>
                    <a:lnTo>
                      <a:pt x="2010920" y="861705"/>
                    </a:lnTo>
                    <a:lnTo>
                      <a:pt x="2017052" y="911075"/>
                    </a:lnTo>
                    <a:lnTo>
                      <a:pt x="2020757" y="960867"/>
                    </a:lnTo>
                    <a:lnTo>
                      <a:pt x="2021999" y="1010999"/>
                    </a:lnTo>
                    <a:lnTo>
                      <a:pt x="2020899" y="1058592"/>
                    </a:lnTo>
                    <a:lnTo>
                      <a:pt x="2017630" y="1105618"/>
                    </a:lnTo>
                    <a:lnTo>
                      <a:pt x="2012241" y="1152029"/>
                    </a:lnTo>
                    <a:lnTo>
                      <a:pt x="2004781" y="1197777"/>
                    </a:lnTo>
                    <a:lnTo>
                      <a:pt x="1995298" y="1242813"/>
                    </a:lnTo>
                    <a:lnTo>
                      <a:pt x="1983841" y="1287088"/>
                    </a:lnTo>
                    <a:lnTo>
                      <a:pt x="1970458" y="1330554"/>
                    </a:lnTo>
                    <a:lnTo>
                      <a:pt x="1955198" y="1373162"/>
                    </a:lnTo>
                    <a:lnTo>
                      <a:pt x="1938109" y="1414864"/>
                    </a:lnTo>
                    <a:lnTo>
                      <a:pt x="1919240" y="1455612"/>
                    </a:lnTo>
                    <a:lnTo>
                      <a:pt x="1898640" y="1495356"/>
                    </a:lnTo>
                    <a:lnTo>
                      <a:pt x="1876357" y="1534048"/>
                    </a:lnTo>
                    <a:lnTo>
                      <a:pt x="1852439" y="1571640"/>
                    </a:lnTo>
                    <a:lnTo>
                      <a:pt x="1826935" y="1608083"/>
                    </a:lnTo>
                    <a:lnTo>
                      <a:pt x="1799894" y="1643328"/>
                    </a:lnTo>
                    <a:lnTo>
                      <a:pt x="1771364" y="1677328"/>
                    </a:lnTo>
                    <a:lnTo>
                      <a:pt x="1741394" y="1710033"/>
                    </a:lnTo>
                    <a:lnTo>
                      <a:pt x="1710033" y="1741394"/>
                    </a:lnTo>
                    <a:lnTo>
                      <a:pt x="1677328" y="1771364"/>
                    </a:lnTo>
                    <a:lnTo>
                      <a:pt x="1643328" y="1799894"/>
                    </a:lnTo>
                    <a:lnTo>
                      <a:pt x="1608083" y="1826935"/>
                    </a:lnTo>
                    <a:lnTo>
                      <a:pt x="1571640" y="1852439"/>
                    </a:lnTo>
                    <a:lnTo>
                      <a:pt x="1534048" y="1876357"/>
                    </a:lnTo>
                    <a:lnTo>
                      <a:pt x="1495356" y="1898640"/>
                    </a:lnTo>
                    <a:lnTo>
                      <a:pt x="1455612" y="1919240"/>
                    </a:lnTo>
                    <a:lnTo>
                      <a:pt x="1414864" y="1938109"/>
                    </a:lnTo>
                    <a:lnTo>
                      <a:pt x="1373162" y="1955198"/>
                    </a:lnTo>
                    <a:lnTo>
                      <a:pt x="1330554" y="1970458"/>
                    </a:lnTo>
                    <a:lnTo>
                      <a:pt x="1287088" y="1983841"/>
                    </a:lnTo>
                    <a:lnTo>
                      <a:pt x="1242812" y="1995298"/>
                    </a:lnTo>
                    <a:lnTo>
                      <a:pt x="1197777" y="2004781"/>
                    </a:lnTo>
                    <a:lnTo>
                      <a:pt x="1152029" y="2012241"/>
                    </a:lnTo>
                    <a:lnTo>
                      <a:pt x="1105618" y="2017630"/>
                    </a:lnTo>
                    <a:lnTo>
                      <a:pt x="1058592" y="2020899"/>
                    </a:lnTo>
                    <a:lnTo>
                      <a:pt x="1010999" y="2021999"/>
                    </a:lnTo>
                    <a:lnTo>
                      <a:pt x="963407" y="2020899"/>
                    </a:lnTo>
                    <a:lnTo>
                      <a:pt x="916381" y="2017630"/>
                    </a:lnTo>
                    <a:lnTo>
                      <a:pt x="869970" y="2012241"/>
                    </a:lnTo>
                    <a:lnTo>
                      <a:pt x="824222" y="2004781"/>
                    </a:lnTo>
                    <a:lnTo>
                      <a:pt x="779186" y="1995298"/>
                    </a:lnTo>
                    <a:lnTo>
                      <a:pt x="734911" y="1983841"/>
                    </a:lnTo>
                    <a:lnTo>
                      <a:pt x="691445" y="1970458"/>
                    </a:lnTo>
                    <a:lnTo>
                      <a:pt x="648837" y="1955198"/>
                    </a:lnTo>
                    <a:lnTo>
                      <a:pt x="607135" y="1938109"/>
                    </a:lnTo>
                    <a:lnTo>
                      <a:pt x="566387" y="1919240"/>
                    </a:lnTo>
                    <a:lnTo>
                      <a:pt x="526643" y="1898640"/>
                    </a:lnTo>
                    <a:lnTo>
                      <a:pt x="487951" y="1876357"/>
                    </a:lnTo>
                    <a:lnTo>
                      <a:pt x="450359" y="1852439"/>
                    </a:lnTo>
                    <a:lnTo>
                      <a:pt x="413916" y="1826935"/>
                    </a:lnTo>
                    <a:lnTo>
                      <a:pt x="378671" y="1799894"/>
                    </a:lnTo>
                    <a:lnTo>
                      <a:pt x="344671" y="1771364"/>
                    </a:lnTo>
                    <a:lnTo>
                      <a:pt x="311966" y="1741394"/>
                    </a:lnTo>
                    <a:lnTo>
                      <a:pt x="280605" y="1710033"/>
                    </a:lnTo>
                    <a:lnTo>
                      <a:pt x="250635" y="1677328"/>
                    </a:lnTo>
                    <a:lnTo>
                      <a:pt x="222105" y="1643328"/>
                    </a:lnTo>
                    <a:lnTo>
                      <a:pt x="195064" y="1608083"/>
                    </a:lnTo>
                    <a:lnTo>
                      <a:pt x="169560" y="1571640"/>
                    </a:lnTo>
                    <a:lnTo>
                      <a:pt x="145642" y="1534048"/>
                    </a:lnTo>
                    <a:lnTo>
                      <a:pt x="123359" y="1495356"/>
                    </a:lnTo>
                    <a:lnTo>
                      <a:pt x="102759" y="1455612"/>
                    </a:lnTo>
                    <a:lnTo>
                      <a:pt x="83890" y="1414864"/>
                    </a:lnTo>
                    <a:lnTo>
                      <a:pt x="66801" y="1373162"/>
                    </a:lnTo>
                    <a:lnTo>
                      <a:pt x="51541" y="1330554"/>
                    </a:lnTo>
                    <a:lnTo>
                      <a:pt x="38158" y="1287088"/>
                    </a:lnTo>
                    <a:lnTo>
                      <a:pt x="26701" y="1242813"/>
                    </a:lnTo>
                    <a:lnTo>
                      <a:pt x="17218" y="1197777"/>
                    </a:lnTo>
                    <a:lnTo>
                      <a:pt x="9758" y="1152029"/>
                    </a:lnTo>
                    <a:lnTo>
                      <a:pt x="4369" y="1105618"/>
                    </a:lnTo>
                    <a:lnTo>
                      <a:pt x="1100" y="1058592"/>
                    </a:lnTo>
                    <a:lnTo>
                      <a:pt x="0" y="1010999"/>
                    </a:lnTo>
                    <a:close/>
                  </a:path>
                </a:pathLst>
              </a:custGeom>
              <a:ln w="9524">
                <a:solidFill>
                  <a:srgbClr val="666666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sp>
          <p:nvSpPr>
            <p:cNvPr id="5" name="object 5"/>
            <p:cNvSpPr txBox="1"/>
            <p:nvPr/>
          </p:nvSpPr>
          <p:spPr>
            <a:xfrm>
              <a:off x="2660283" y="1985647"/>
              <a:ext cx="544830" cy="516890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>
                <a:spcBef>
                  <a:spcPts val="100"/>
                </a:spcBef>
              </a:pPr>
              <a:r>
                <a:rPr sz="1600" spc="-5" dirty="0">
                  <a:latin typeface="Arial MT"/>
                  <a:cs typeface="Arial MT"/>
                </a:rPr>
                <a:t>ReLU</a:t>
              </a:r>
              <a:endParaRPr sz="1600">
                <a:latin typeface="Arial MT"/>
                <a:cs typeface="Arial MT"/>
              </a:endParaRPr>
            </a:p>
            <a:p>
              <a:pPr marL="74295">
                <a:spcBef>
                  <a:spcPts val="30"/>
                </a:spcBef>
              </a:pPr>
              <a:r>
                <a:rPr sz="1600" spc="-5" dirty="0">
                  <a:latin typeface="Arial MT"/>
                  <a:cs typeface="Arial MT"/>
                </a:rPr>
                <a:t>gate</a:t>
              </a:r>
              <a:endParaRPr sz="1600">
                <a:latin typeface="Arial MT"/>
                <a:cs typeface="Arial MT"/>
              </a:endParaRPr>
            </a:p>
          </p:txBody>
        </p:sp>
        <p:grpSp>
          <p:nvGrpSpPr>
            <p:cNvPr id="6" name="object 6"/>
            <p:cNvGrpSpPr/>
            <p:nvPr/>
          </p:nvGrpSpPr>
          <p:grpSpPr>
            <a:xfrm>
              <a:off x="291495" y="1874950"/>
              <a:ext cx="5539105" cy="1299845"/>
              <a:chOff x="291494" y="1017699"/>
              <a:chExt cx="5539105" cy="1299845"/>
            </a:xfrm>
          </p:grpSpPr>
          <p:sp>
            <p:nvSpPr>
              <p:cNvPr id="7" name="object 7"/>
              <p:cNvSpPr/>
              <p:nvPr/>
            </p:nvSpPr>
            <p:spPr>
              <a:xfrm>
                <a:off x="364375" y="1396874"/>
                <a:ext cx="1443355" cy="0"/>
              </a:xfrm>
              <a:custGeom>
                <a:avLst/>
                <a:gdLst/>
                <a:ahLst/>
                <a:cxnLst/>
                <a:rect l="l" t="t" r="r" b="b"/>
                <a:pathLst>
                  <a:path w="1443355">
                    <a:moveTo>
                      <a:pt x="0" y="0"/>
                    </a:moveTo>
                    <a:lnTo>
                      <a:pt x="1442999" y="0"/>
                    </a:lnTo>
                  </a:path>
                </a:pathLst>
              </a:custGeom>
              <a:ln w="19049">
                <a:solidFill>
                  <a:srgbClr val="37761C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pic>
            <p:nvPicPr>
              <p:cNvPr id="8" name="object 8"/>
              <p:cNvPicPr/>
              <p:nvPr/>
            </p:nvPicPr>
            <p:blipFill>
              <a:blip r:embed="rId3" cstate="print"/>
              <a:stretch>
                <a:fillRect/>
              </a:stretch>
            </p:blipFill>
            <p:spPr>
              <a:xfrm>
                <a:off x="1797850" y="1355884"/>
                <a:ext cx="105500" cy="81980"/>
              </a:xfrm>
              <a:prstGeom prst="rect">
                <a:avLst/>
              </a:prstGeom>
            </p:spPr>
          </p:pic>
          <p:sp>
            <p:nvSpPr>
              <p:cNvPr id="9" name="object 9"/>
              <p:cNvSpPr/>
              <p:nvPr/>
            </p:nvSpPr>
            <p:spPr>
              <a:xfrm>
                <a:off x="3943674" y="1396874"/>
                <a:ext cx="1634489" cy="0"/>
              </a:xfrm>
              <a:custGeom>
                <a:avLst/>
                <a:gdLst/>
                <a:ahLst/>
                <a:cxnLst/>
                <a:rect l="l" t="t" r="r" b="b"/>
                <a:pathLst>
                  <a:path w="1634489">
                    <a:moveTo>
                      <a:pt x="0" y="0"/>
                    </a:moveTo>
                    <a:lnTo>
                      <a:pt x="1634099" y="0"/>
                    </a:lnTo>
                  </a:path>
                </a:pathLst>
              </a:custGeom>
              <a:ln w="19049">
                <a:solidFill>
                  <a:srgbClr val="37761C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pic>
            <p:nvPicPr>
              <p:cNvPr id="10" name="object 10"/>
              <p:cNvPicPr/>
              <p:nvPr/>
            </p:nvPicPr>
            <p:blipFill>
              <a:blip r:embed="rId3" cstate="print"/>
              <a:stretch>
                <a:fillRect/>
              </a:stretch>
            </p:blipFill>
            <p:spPr>
              <a:xfrm>
                <a:off x="5568249" y="1355884"/>
                <a:ext cx="105500" cy="81980"/>
              </a:xfrm>
              <a:prstGeom prst="rect">
                <a:avLst/>
              </a:prstGeom>
            </p:spPr>
          </p:pic>
          <p:sp>
            <p:nvSpPr>
              <p:cNvPr id="11" name="object 11"/>
              <p:cNvSpPr/>
              <p:nvPr/>
            </p:nvSpPr>
            <p:spPr>
              <a:xfrm>
                <a:off x="4121594" y="1542527"/>
                <a:ext cx="1534795" cy="0"/>
              </a:xfrm>
              <a:custGeom>
                <a:avLst/>
                <a:gdLst/>
                <a:ahLst/>
                <a:cxnLst/>
                <a:rect l="l" t="t" r="r" b="b"/>
                <a:pathLst>
                  <a:path w="1534795">
                    <a:moveTo>
                      <a:pt x="1534199" y="0"/>
                    </a:moveTo>
                    <a:lnTo>
                      <a:pt x="0" y="0"/>
                    </a:lnTo>
                  </a:path>
                </a:pathLst>
              </a:custGeom>
              <a:ln w="19049">
                <a:solidFill>
                  <a:srgbClr val="FF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pic>
            <p:nvPicPr>
              <p:cNvPr id="12" name="object 12"/>
              <p:cNvPicPr/>
              <p:nvPr/>
            </p:nvPicPr>
            <p:blipFill>
              <a:blip r:embed="rId4" cstate="print"/>
              <a:stretch>
                <a:fillRect/>
              </a:stretch>
            </p:blipFill>
            <p:spPr>
              <a:xfrm>
                <a:off x="4025618" y="1501536"/>
                <a:ext cx="105500" cy="81980"/>
              </a:xfrm>
              <a:prstGeom prst="rect">
                <a:avLst/>
              </a:prstGeom>
            </p:spPr>
          </p:pic>
          <p:sp>
            <p:nvSpPr>
              <p:cNvPr id="13" name="object 13"/>
              <p:cNvSpPr/>
              <p:nvPr/>
            </p:nvSpPr>
            <p:spPr>
              <a:xfrm>
                <a:off x="387469" y="1542527"/>
                <a:ext cx="1534795" cy="0"/>
              </a:xfrm>
              <a:custGeom>
                <a:avLst/>
                <a:gdLst/>
                <a:ahLst/>
                <a:cxnLst/>
                <a:rect l="l" t="t" r="r" b="b"/>
                <a:pathLst>
                  <a:path w="1534795">
                    <a:moveTo>
                      <a:pt x="1534199" y="0"/>
                    </a:moveTo>
                    <a:lnTo>
                      <a:pt x="0" y="0"/>
                    </a:lnTo>
                  </a:path>
                </a:pathLst>
              </a:custGeom>
              <a:ln w="19049">
                <a:solidFill>
                  <a:srgbClr val="FF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pic>
            <p:nvPicPr>
              <p:cNvPr id="14" name="object 14"/>
              <p:cNvPicPr/>
              <p:nvPr/>
            </p:nvPicPr>
            <p:blipFill>
              <a:blip r:embed="rId4" cstate="print"/>
              <a:stretch>
                <a:fillRect/>
              </a:stretch>
            </p:blipFill>
            <p:spPr>
              <a:xfrm>
                <a:off x="291494" y="1501536"/>
                <a:ext cx="105500" cy="81980"/>
              </a:xfrm>
              <a:prstGeom prst="rect">
                <a:avLst/>
              </a:prstGeom>
            </p:spPr>
          </p:pic>
          <p:pic>
            <p:nvPicPr>
              <p:cNvPr id="15" name="object 15"/>
              <p:cNvPicPr/>
              <p:nvPr/>
            </p:nvPicPr>
            <p:blipFill>
              <a:blip r:embed="rId5" cstate="print"/>
              <a:stretch>
                <a:fillRect/>
              </a:stretch>
            </p:blipFill>
            <p:spPr>
              <a:xfrm>
                <a:off x="4627262" y="1642028"/>
                <a:ext cx="381224" cy="626756"/>
              </a:xfrm>
              <a:prstGeom prst="rect">
                <a:avLst/>
              </a:prstGeom>
            </p:spPr>
          </p:pic>
          <p:sp>
            <p:nvSpPr>
              <p:cNvPr id="16" name="object 16"/>
              <p:cNvSpPr/>
              <p:nvPr/>
            </p:nvSpPr>
            <p:spPr>
              <a:xfrm>
                <a:off x="4622499" y="1637266"/>
                <a:ext cx="391160" cy="675640"/>
              </a:xfrm>
              <a:custGeom>
                <a:avLst/>
                <a:gdLst/>
                <a:ahLst/>
                <a:cxnLst/>
                <a:rect l="l" t="t" r="r" b="b"/>
                <a:pathLst>
                  <a:path w="391160" h="675639">
                    <a:moveTo>
                      <a:pt x="0" y="0"/>
                    </a:moveTo>
                    <a:lnTo>
                      <a:pt x="390749" y="0"/>
                    </a:lnTo>
                    <a:lnTo>
                      <a:pt x="390749" y="675049"/>
                    </a:lnTo>
                    <a:lnTo>
                      <a:pt x="0" y="675049"/>
                    </a:lnTo>
                    <a:lnTo>
                      <a:pt x="0" y="0"/>
                    </a:lnTo>
                    <a:close/>
                  </a:path>
                </a:pathLst>
              </a:custGeom>
              <a:ln w="9524">
                <a:solidFill>
                  <a:srgbClr val="FF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pic>
            <p:nvPicPr>
              <p:cNvPr id="17" name="object 17"/>
              <p:cNvPicPr/>
              <p:nvPr/>
            </p:nvPicPr>
            <p:blipFill>
              <a:blip r:embed="rId6" cstate="print"/>
              <a:stretch>
                <a:fillRect/>
              </a:stretch>
            </p:blipFill>
            <p:spPr>
              <a:xfrm>
                <a:off x="2042026" y="1179150"/>
                <a:ext cx="381199" cy="574719"/>
              </a:xfrm>
              <a:prstGeom prst="rect">
                <a:avLst/>
              </a:prstGeom>
            </p:spPr>
          </p:pic>
          <p:sp>
            <p:nvSpPr>
              <p:cNvPr id="18" name="object 18"/>
              <p:cNvSpPr/>
              <p:nvPr/>
            </p:nvSpPr>
            <p:spPr>
              <a:xfrm>
                <a:off x="2037263" y="1174387"/>
                <a:ext cx="391160" cy="584835"/>
              </a:xfrm>
              <a:custGeom>
                <a:avLst/>
                <a:gdLst/>
                <a:ahLst/>
                <a:cxnLst/>
                <a:rect l="l" t="t" r="r" b="b"/>
                <a:pathLst>
                  <a:path w="391160" h="584835">
                    <a:moveTo>
                      <a:pt x="0" y="0"/>
                    </a:moveTo>
                    <a:lnTo>
                      <a:pt x="390724" y="0"/>
                    </a:lnTo>
                    <a:lnTo>
                      <a:pt x="390724" y="584245"/>
                    </a:lnTo>
                    <a:lnTo>
                      <a:pt x="0" y="584245"/>
                    </a:lnTo>
                    <a:lnTo>
                      <a:pt x="0" y="0"/>
                    </a:lnTo>
                    <a:close/>
                  </a:path>
                </a:pathLst>
              </a:custGeom>
              <a:ln w="9524">
                <a:solidFill>
                  <a:srgbClr val="FF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pic>
            <p:nvPicPr>
              <p:cNvPr id="19" name="object 19"/>
              <p:cNvPicPr/>
              <p:nvPr/>
            </p:nvPicPr>
            <p:blipFill>
              <a:blip r:embed="rId7" cstate="print"/>
              <a:stretch>
                <a:fillRect/>
              </a:stretch>
            </p:blipFill>
            <p:spPr>
              <a:xfrm>
                <a:off x="439862" y="1688169"/>
                <a:ext cx="1406123" cy="541245"/>
              </a:xfrm>
              <a:prstGeom prst="rect">
                <a:avLst/>
              </a:prstGeom>
            </p:spPr>
          </p:pic>
          <p:sp>
            <p:nvSpPr>
              <p:cNvPr id="20" name="object 20"/>
              <p:cNvSpPr/>
              <p:nvPr/>
            </p:nvSpPr>
            <p:spPr>
              <a:xfrm>
                <a:off x="435100" y="1683407"/>
                <a:ext cx="1416050" cy="584835"/>
              </a:xfrm>
              <a:custGeom>
                <a:avLst/>
                <a:gdLst/>
                <a:ahLst/>
                <a:cxnLst/>
                <a:rect l="l" t="t" r="r" b="b"/>
                <a:pathLst>
                  <a:path w="1416050" h="584835">
                    <a:moveTo>
                      <a:pt x="0" y="0"/>
                    </a:moveTo>
                    <a:lnTo>
                      <a:pt x="1415648" y="0"/>
                    </a:lnTo>
                    <a:lnTo>
                      <a:pt x="1415648" y="584249"/>
                    </a:lnTo>
                    <a:lnTo>
                      <a:pt x="0" y="584249"/>
                    </a:lnTo>
                    <a:lnTo>
                      <a:pt x="0" y="0"/>
                    </a:lnTo>
                    <a:close/>
                  </a:path>
                </a:pathLst>
              </a:custGeom>
              <a:ln w="9524">
                <a:solidFill>
                  <a:srgbClr val="FF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pic>
            <p:nvPicPr>
              <p:cNvPr id="21" name="object 21"/>
              <p:cNvPicPr/>
              <p:nvPr/>
            </p:nvPicPr>
            <p:blipFill>
              <a:blip r:embed="rId8" cstate="print"/>
              <a:stretch>
                <a:fillRect/>
              </a:stretch>
            </p:blipFill>
            <p:spPr>
              <a:xfrm>
                <a:off x="4007300" y="1017699"/>
                <a:ext cx="1823187" cy="282299"/>
              </a:xfrm>
              <a:prstGeom prst="rect">
                <a:avLst/>
              </a:prstGeom>
            </p:spPr>
          </p:pic>
        </p:grpSp>
        <p:sp>
          <p:nvSpPr>
            <p:cNvPr id="22" name="object 22"/>
            <p:cNvSpPr txBox="1"/>
            <p:nvPr/>
          </p:nvSpPr>
          <p:spPr>
            <a:xfrm>
              <a:off x="1165925" y="1786633"/>
              <a:ext cx="177800" cy="391160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>
                <a:spcBef>
                  <a:spcPts val="100"/>
                </a:spcBef>
              </a:pPr>
              <a:r>
                <a:rPr sz="2400" dirty="0">
                  <a:latin typeface="Arial MT"/>
                  <a:cs typeface="Arial MT"/>
                </a:rPr>
                <a:t>x</a:t>
              </a:r>
              <a:endParaRPr sz="2400">
                <a:latin typeface="Arial MT"/>
                <a:cs typeface="Arial MT"/>
              </a:endParaRPr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601473" y="5009310"/>
            <a:ext cx="3994150" cy="1131079"/>
          </a:xfrm>
          <a:prstGeom prst="rect">
            <a:avLst/>
          </a:prstGeom>
        </p:spPr>
        <p:txBody>
          <a:bodyPr vert="horz" wrap="square" lIns="0" tIns="27940" rIns="0" bIns="0" rtlCol="0">
            <a:spAutoFit/>
          </a:bodyPr>
          <a:lstStyle/>
          <a:p>
            <a:pPr marL="12700" marR="5080">
              <a:lnSpc>
                <a:spcPts val="2850"/>
              </a:lnSpc>
              <a:spcBef>
                <a:spcPts val="220"/>
              </a:spcBef>
            </a:pPr>
            <a:r>
              <a:rPr sz="2400" spc="-5" dirty="0">
                <a:latin typeface="Cambria" panose="02040503050406030204" pitchFamily="18" charset="0"/>
                <a:ea typeface="Cambria" panose="02040503050406030204" pitchFamily="18" charset="0"/>
                <a:cs typeface="Arial MT"/>
              </a:rPr>
              <a:t>What</a:t>
            </a:r>
            <a:r>
              <a:rPr sz="2400" spc="-30" dirty="0">
                <a:latin typeface="Cambria" panose="02040503050406030204" pitchFamily="18" charset="0"/>
                <a:ea typeface="Cambria" panose="02040503050406030204" pitchFamily="18" charset="0"/>
                <a:cs typeface="Arial MT"/>
              </a:rPr>
              <a:t> </a:t>
            </a:r>
            <a:r>
              <a:rPr sz="2400" spc="-5" dirty="0">
                <a:latin typeface="Cambria" panose="02040503050406030204" pitchFamily="18" charset="0"/>
                <a:ea typeface="Cambria" panose="02040503050406030204" pitchFamily="18" charset="0"/>
                <a:cs typeface="Arial MT"/>
              </a:rPr>
              <a:t>happens</a:t>
            </a:r>
            <a:r>
              <a:rPr sz="2400" spc="-20" dirty="0">
                <a:latin typeface="Cambria" panose="02040503050406030204" pitchFamily="18" charset="0"/>
                <a:ea typeface="Cambria" panose="02040503050406030204" pitchFamily="18" charset="0"/>
                <a:cs typeface="Arial MT"/>
              </a:rPr>
              <a:t> </a:t>
            </a:r>
            <a:r>
              <a:rPr sz="2400" spc="-5" dirty="0">
                <a:latin typeface="Cambria" panose="02040503050406030204" pitchFamily="18" charset="0"/>
                <a:ea typeface="Cambria" panose="02040503050406030204" pitchFamily="18" charset="0"/>
                <a:cs typeface="Arial MT"/>
              </a:rPr>
              <a:t>when</a:t>
            </a:r>
            <a:r>
              <a:rPr sz="2400" spc="-20" dirty="0">
                <a:latin typeface="Cambria" panose="02040503050406030204" pitchFamily="18" charset="0"/>
                <a:ea typeface="Cambria" panose="02040503050406030204" pitchFamily="18" charset="0"/>
                <a:cs typeface="Arial MT"/>
              </a:rPr>
              <a:t> </a:t>
            </a:r>
            <a:r>
              <a:rPr sz="2400" dirty="0">
                <a:latin typeface="Cambria" panose="02040503050406030204" pitchFamily="18" charset="0"/>
                <a:ea typeface="Cambria" panose="02040503050406030204" pitchFamily="18" charset="0"/>
                <a:cs typeface="Arial MT"/>
              </a:rPr>
              <a:t>x</a:t>
            </a:r>
            <a:r>
              <a:rPr sz="2400" spc="-25" dirty="0">
                <a:latin typeface="Cambria" panose="02040503050406030204" pitchFamily="18" charset="0"/>
                <a:ea typeface="Cambria" panose="02040503050406030204" pitchFamily="18" charset="0"/>
                <a:cs typeface="Arial MT"/>
              </a:rPr>
              <a:t> </a:t>
            </a:r>
            <a:r>
              <a:rPr sz="2400" dirty="0">
                <a:latin typeface="Cambria" panose="02040503050406030204" pitchFamily="18" charset="0"/>
                <a:ea typeface="Cambria" panose="02040503050406030204" pitchFamily="18" charset="0"/>
                <a:cs typeface="Arial MT"/>
              </a:rPr>
              <a:t>=</a:t>
            </a:r>
            <a:r>
              <a:rPr sz="2400" spc="-25" dirty="0">
                <a:latin typeface="Cambria" panose="02040503050406030204" pitchFamily="18" charset="0"/>
                <a:ea typeface="Cambria" panose="02040503050406030204" pitchFamily="18" charset="0"/>
                <a:cs typeface="Arial MT"/>
              </a:rPr>
              <a:t> </a:t>
            </a:r>
            <a:r>
              <a:rPr sz="2400" dirty="0">
                <a:latin typeface="Cambria" panose="02040503050406030204" pitchFamily="18" charset="0"/>
                <a:ea typeface="Cambria" panose="02040503050406030204" pitchFamily="18" charset="0"/>
                <a:cs typeface="Arial MT"/>
              </a:rPr>
              <a:t>-10? </a:t>
            </a:r>
            <a:r>
              <a:rPr sz="2400" spc="-655" dirty="0">
                <a:latin typeface="Cambria" panose="02040503050406030204" pitchFamily="18" charset="0"/>
                <a:ea typeface="Cambria" panose="02040503050406030204" pitchFamily="18" charset="0"/>
                <a:cs typeface="Arial MT"/>
              </a:rPr>
              <a:t> </a:t>
            </a:r>
            <a:r>
              <a:rPr sz="2400" spc="-5" dirty="0">
                <a:latin typeface="Cambria" panose="02040503050406030204" pitchFamily="18" charset="0"/>
                <a:ea typeface="Cambria" panose="02040503050406030204" pitchFamily="18" charset="0"/>
                <a:cs typeface="Arial MT"/>
              </a:rPr>
              <a:t>What</a:t>
            </a:r>
            <a:r>
              <a:rPr sz="2400" spc="-25" dirty="0">
                <a:latin typeface="Cambria" panose="02040503050406030204" pitchFamily="18" charset="0"/>
                <a:ea typeface="Cambria" panose="02040503050406030204" pitchFamily="18" charset="0"/>
                <a:cs typeface="Arial MT"/>
              </a:rPr>
              <a:t> </a:t>
            </a:r>
            <a:r>
              <a:rPr sz="2400" spc="-5" dirty="0">
                <a:latin typeface="Cambria" panose="02040503050406030204" pitchFamily="18" charset="0"/>
                <a:ea typeface="Cambria" panose="02040503050406030204" pitchFamily="18" charset="0"/>
                <a:cs typeface="Arial MT"/>
              </a:rPr>
              <a:t>happens</a:t>
            </a:r>
            <a:r>
              <a:rPr sz="2400" spc="-15" dirty="0">
                <a:latin typeface="Cambria" panose="02040503050406030204" pitchFamily="18" charset="0"/>
                <a:ea typeface="Cambria" panose="02040503050406030204" pitchFamily="18" charset="0"/>
                <a:cs typeface="Arial MT"/>
              </a:rPr>
              <a:t> </a:t>
            </a:r>
            <a:r>
              <a:rPr sz="2400" spc="-5" dirty="0">
                <a:latin typeface="Cambria" panose="02040503050406030204" pitchFamily="18" charset="0"/>
                <a:ea typeface="Cambria" panose="02040503050406030204" pitchFamily="18" charset="0"/>
                <a:cs typeface="Arial MT"/>
              </a:rPr>
              <a:t>when</a:t>
            </a:r>
            <a:r>
              <a:rPr sz="2400" spc="-15" dirty="0">
                <a:latin typeface="Cambria" panose="02040503050406030204" pitchFamily="18" charset="0"/>
                <a:ea typeface="Cambria" panose="02040503050406030204" pitchFamily="18" charset="0"/>
                <a:cs typeface="Arial MT"/>
              </a:rPr>
              <a:t> </a:t>
            </a:r>
            <a:r>
              <a:rPr sz="2400" dirty="0">
                <a:latin typeface="Cambria" panose="02040503050406030204" pitchFamily="18" charset="0"/>
                <a:ea typeface="Cambria" panose="02040503050406030204" pitchFamily="18" charset="0"/>
                <a:cs typeface="Arial MT"/>
              </a:rPr>
              <a:t>x</a:t>
            </a:r>
            <a:r>
              <a:rPr sz="2400" spc="-15" dirty="0">
                <a:latin typeface="Cambria" panose="02040503050406030204" pitchFamily="18" charset="0"/>
                <a:ea typeface="Cambria" panose="02040503050406030204" pitchFamily="18" charset="0"/>
                <a:cs typeface="Arial MT"/>
              </a:rPr>
              <a:t> </a:t>
            </a:r>
            <a:r>
              <a:rPr sz="2400" dirty="0">
                <a:latin typeface="Cambria" panose="02040503050406030204" pitchFamily="18" charset="0"/>
                <a:ea typeface="Cambria" panose="02040503050406030204" pitchFamily="18" charset="0"/>
                <a:cs typeface="Arial MT"/>
              </a:rPr>
              <a:t>=</a:t>
            </a:r>
            <a:r>
              <a:rPr sz="2400" spc="-20" dirty="0">
                <a:latin typeface="Cambria" panose="02040503050406030204" pitchFamily="18" charset="0"/>
                <a:ea typeface="Cambria" panose="02040503050406030204" pitchFamily="18" charset="0"/>
                <a:cs typeface="Arial MT"/>
              </a:rPr>
              <a:t> </a:t>
            </a:r>
            <a:r>
              <a:rPr sz="2400" spc="-5" dirty="0">
                <a:latin typeface="Cambria" panose="02040503050406030204" pitchFamily="18" charset="0"/>
                <a:ea typeface="Cambria" panose="02040503050406030204" pitchFamily="18" charset="0"/>
                <a:cs typeface="Arial MT"/>
              </a:rPr>
              <a:t>0?</a:t>
            </a:r>
            <a:endParaRPr sz="2400" dirty="0">
              <a:latin typeface="Cambria" panose="02040503050406030204" pitchFamily="18" charset="0"/>
              <a:ea typeface="Cambria" panose="02040503050406030204" pitchFamily="18" charset="0"/>
              <a:cs typeface="Arial MT"/>
            </a:endParaRPr>
          </a:p>
          <a:p>
            <a:pPr marL="12700">
              <a:lnSpc>
                <a:spcPts val="2760"/>
              </a:lnSpc>
            </a:pPr>
            <a:r>
              <a:rPr sz="2400" spc="-5" dirty="0">
                <a:latin typeface="Cambria" panose="02040503050406030204" pitchFamily="18" charset="0"/>
                <a:ea typeface="Cambria" panose="02040503050406030204" pitchFamily="18" charset="0"/>
                <a:cs typeface="Arial MT"/>
              </a:rPr>
              <a:t>What</a:t>
            </a:r>
            <a:r>
              <a:rPr sz="2400" spc="-25" dirty="0">
                <a:latin typeface="Cambria" panose="02040503050406030204" pitchFamily="18" charset="0"/>
                <a:ea typeface="Cambria" panose="02040503050406030204" pitchFamily="18" charset="0"/>
                <a:cs typeface="Arial MT"/>
              </a:rPr>
              <a:t> </a:t>
            </a:r>
            <a:r>
              <a:rPr sz="2400" spc="-5" dirty="0">
                <a:latin typeface="Cambria" panose="02040503050406030204" pitchFamily="18" charset="0"/>
                <a:ea typeface="Cambria" panose="02040503050406030204" pitchFamily="18" charset="0"/>
                <a:cs typeface="Arial MT"/>
              </a:rPr>
              <a:t>happens</a:t>
            </a:r>
            <a:r>
              <a:rPr sz="2400" spc="-20" dirty="0">
                <a:latin typeface="Cambria" panose="02040503050406030204" pitchFamily="18" charset="0"/>
                <a:ea typeface="Cambria" panose="02040503050406030204" pitchFamily="18" charset="0"/>
                <a:cs typeface="Arial MT"/>
              </a:rPr>
              <a:t> </a:t>
            </a:r>
            <a:r>
              <a:rPr sz="2400" spc="-5" dirty="0">
                <a:latin typeface="Cambria" panose="02040503050406030204" pitchFamily="18" charset="0"/>
                <a:ea typeface="Cambria" panose="02040503050406030204" pitchFamily="18" charset="0"/>
                <a:cs typeface="Arial MT"/>
              </a:rPr>
              <a:t>when</a:t>
            </a:r>
            <a:r>
              <a:rPr sz="2400" spc="-20" dirty="0">
                <a:latin typeface="Cambria" panose="02040503050406030204" pitchFamily="18" charset="0"/>
                <a:ea typeface="Cambria" panose="02040503050406030204" pitchFamily="18" charset="0"/>
                <a:cs typeface="Arial MT"/>
              </a:rPr>
              <a:t> </a:t>
            </a:r>
            <a:r>
              <a:rPr sz="2400" dirty="0">
                <a:latin typeface="Cambria" panose="02040503050406030204" pitchFamily="18" charset="0"/>
                <a:ea typeface="Cambria" panose="02040503050406030204" pitchFamily="18" charset="0"/>
                <a:cs typeface="Arial MT"/>
              </a:rPr>
              <a:t>x</a:t>
            </a:r>
            <a:r>
              <a:rPr sz="2400" spc="-15" dirty="0">
                <a:latin typeface="Cambria" panose="02040503050406030204" pitchFamily="18" charset="0"/>
                <a:ea typeface="Cambria" panose="02040503050406030204" pitchFamily="18" charset="0"/>
                <a:cs typeface="Arial MT"/>
              </a:rPr>
              <a:t> </a:t>
            </a:r>
            <a:r>
              <a:rPr sz="2400" dirty="0">
                <a:latin typeface="Cambria" panose="02040503050406030204" pitchFamily="18" charset="0"/>
                <a:ea typeface="Cambria" panose="02040503050406030204" pitchFamily="18" charset="0"/>
                <a:cs typeface="Arial MT"/>
              </a:rPr>
              <a:t>=</a:t>
            </a:r>
            <a:r>
              <a:rPr sz="2400" spc="-25" dirty="0">
                <a:latin typeface="Cambria" panose="02040503050406030204" pitchFamily="18" charset="0"/>
                <a:ea typeface="Cambria" panose="02040503050406030204" pitchFamily="18" charset="0"/>
                <a:cs typeface="Arial MT"/>
              </a:rPr>
              <a:t> </a:t>
            </a:r>
            <a:r>
              <a:rPr sz="2400" spc="-5" dirty="0">
                <a:latin typeface="Cambria" panose="02040503050406030204" pitchFamily="18" charset="0"/>
                <a:ea typeface="Cambria" panose="02040503050406030204" pitchFamily="18" charset="0"/>
                <a:cs typeface="Arial MT"/>
              </a:rPr>
              <a:t>10?</a:t>
            </a:r>
            <a:endParaRPr sz="2400" dirty="0">
              <a:latin typeface="Cambria" panose="02040503050406030204" pitchFamily="18" charset="0"/>
              <a:ea typeface="Cambria" panose="02040503050406030204" pitchFamily="18" charset="0"/>
              <a:cs typeface="Arial MT"/>
            </a:endParaRPr>
          </a:p>
        </p:txBody>
      </p:sp>
      <p:pic>
        <p:nvPicPr>
          <p:cNvPr id="24" name="object 24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6377408" y="2271349"/>
            <a:ext cx="2215351" cy="1824912"/>
          </a:xfrm>
          <a:prstGeom prst="rect">
            <a:avLst/>
          </a:prstGeom>
        </p:spPr>
      </p:pic>
      <p:sp>
        <p:nvSpPr>
          <p:cNvPr id="25" name="object 25"/>
          <p:cNvSpPr txBox="1"/>
          <p:nvPr/>
        </p:nvSpPr>
        <p:spPr>
          <a:xfrm>
            <a:off x="157926" y="5574850"/>
            <a:ext cx="8875395" cy="2693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065"/>
              </a:lnSpc>
              <a:tabLst>
                <a:tab pos="5253355" algn="l"/>
                <a:tab pos="7310755" algn="l"/>
              </a:tabLst>
            </a:pPr>
            <a:r>
              <a:rPr spc="-5" dirty="0">
                <a:solidFill>
                  <a:srgbClr val="FFFFFF"/>
                </a:solidFill>
                <a:latin typeface="Arial MT"/>
                <a:cs typeface="Arial MT"/>
              </a:rPr>
              <a:t>Fei-Fei Li </a:t>
            </a:r>
            <a:r>
              <a:rPr dirty="0">
                <a:solidFill>
                  <a:srgbClr val="FFFFFF"/>
                </a:solidFill>
                <a:latin typeface="Arial MT"/>
                <a:cs typeface="Arial MT"/>
              </a:rPr>
              <a:t>&amp;</a:t>
            </a:r>
            <a:r>
              <a:rPr spc="-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>
                <a:solidFill>
                  <a:srgbClr val="FFFFFF"/>
                </a:solidFill>
                <a:latin typeface="Arial MT"/>
                <a:cs typeface="Arial MT"/>
              </a:rPr>
              <a:t>Justin</a:t>
            </a:r>
            <a:r>
              <a:rPr spc="-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>
                <a:solidFill>
                  <a:srgbClr val="FFFFFF"/>
                </a:solidFill>
                <a:latin typeface="Arial MT"/>
                <a:cs typeface="Arial MT"/>
              </a:rPr>
              <a:t>Johnson &amp;</a:t>
            </a:r>
            <a:r>
              <a:rPr spc="-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pc="-5" dirty="0">
                <a:solidFill>
                  <a:srgbClr val="FFFFFF"/>
                </a:solidFill>
                <a:latin typeface="Arial MT"/>
                <a:cs typeface="Arial MT"/>
              </a:rPr>
              <a:t>Serena Yeung	</a:t>
            </a:r>
            <a:r>
              <a:rPr sz="3000" spc="-7" baseline="-4166" dirty="0">
                <a:solidFill>
                  <a:srgbClr val="FFFFFF"/>
                </a:solidFill>
                <a:latin typeface="Arial MT"/>
                <a:cs typeface="Arial MT"/>
              </a:rPr>
              <a:t>Lecture </a:t>
            </a:r>
            <a:r>
              <a:rPr sz="3000" baseline="-4166" dirty="0">
                <a:solidFill>
                  <a:srgbClr val="FFFFFF"/>
                </a:solidFill>
                <a:latin typeface="Arial MT"/>
                <a:cs typeface="Arial MT"/>
              </a:rPr>
              <a:t>6</a:t>
            </a:r>
            <a:r>
              <a:rPr sz="3000" spc="-7" baseline="-4166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000" baseline="-4166" dirty="0">
                <a:solidFill>
                  <a:srgbClr val="FFFFFF"/>
                </a:solidFill>
                <a:latin typeface="Arial MT"/>
                <a:cs typeface="Arial MT"/>
              </a:rPr>
              <a:t>-	</a:t>
            </a:r>
            <a:r>
              <a:rPr sz="3000" spc="-7" baseline="-4166" dirty="0">
                <a:solidFill>
                  <a:srgbClr val="FFFFFF"/>
                </a:solidFill>
                <a:latin typeface="Arial MT"/>
                <a:cs typeface="Arial MT"/>
              </a:rPr>
              <a:t>April</a:t>
            </a:r>
            <a:r>
              <a:rPr sz="3000" spc="-52" baseline="-4166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000" spc="-7" baseline="-4166" dirty="0">
                <a:solidFill>
                  <a:srgbClr val="FFFFFF"/>
                </a:solidFill>
                <a:latin typeface="Arial MT"/>
                <a:cs typeface="Arial MT"/>
              </a:rPr>
              <a:t>20,</a:t>
            </a:r>
            <a:r>
              <a:rPr sz="3000" spc="-37" baseline="-4166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000" spc="-7" baseline="-4166" dirty="0">
                <a:solidFill>
                  <a:srgbClr val="FFFFFF"/>
                </a:solidFill>
                <a:latin typeface="Arial MT"/>
                <a:cs typeface="Arial MT"/>
              </a:rPr>
              <a:t>2017</a:t>
            </a:r>
            <a:endParaRPr sz="3000" baseline="-4166" dirty="0">
              <a:latin typeface="Arial MT"/>
              <a:cs typeface="Arial MT"/>
            </a:endParaRPr>
          </a:p>
        </p:txBody>
      </p:sp>
      <p:sp>
        <p:nvSpPr>
          <p:cNvPr id="27" name="object 2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spc="-5" dirty="0"/>
              <a:t>April</a:t>
            </a:r>
            <a:r>
              <a:rPr spc="-50" dirty="0"/>
              <a:t> </a:t>
            </a:r>
            <a:r>
              <a:rPr spc="-5" dirty="0"/>
              <a:t>20,</a:t>
            </a:r>
            <a:r>
              <a:rPr spc="-45" dirty="0"/>
              <a:t> </a:t>
            </a:r>
            <a:r>
              <a:rPr spc="-5" dirty="0"/>
              <a:t>2017</a:t>
            </a:r>
          </a:p>
        </p:txBody>
      </p:sp>
      <p:sp>
        <p:nvSpPr>
          <p:cNvPr id="29" name="Title 2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Dying </a:t>
            </a:r>
            <a:r>
              <a:rPr lang="en-US" dirty="0" err="1"/>
              <a:t>Relu</a:t>
            </a:r>
            <a:endParaRPr lang="en-IN" dirty="0"/>
          </a:p>
        </p:txBody>
      </p:sp>
      <p:sp>
        <p:nvSpPr>
          <p:cNvPr id="26" name="object 26"/>
          <p:cNvSpPr txBox="1">
            <a:spLocks noGrp="1"/>
          </p:cNvSpPr>
          <p:nvPr>
            <p:ph type="sldNum" sz="quarter" idx="4294967295"/>
          </p:nvPr>
        </p:nvSpPr>
        <p:spPr>
          <a:xfrm>
            <a:off x="7040563" y="8093075"/>
            <a:ext cx="2103437" cy="3063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80"/>
              </a:lnSpc>
            </a:pPr>
            <a:r>
              <a:rPr sz="3000" spc="-7" baseline="1388" dirty="0"/>
              <a:t>Lecture</a:t>
            </a:r>
            <a:r>
              <a:rPr sz="3000" spc="-52" baseline="1388" dirty="0"/>
              <a:t> </a:t>
            </a:r>
            <a:r>
              <a:rPr sz="3000" baseline="1388" dirty="0"/>
              <a:t>6</a:t>
            </a:r>
            <a:r>
              <a:rPr sz="3000" spc="-52" baseline="1388" dirty="0"/>
              <a:t> </a:t>
            </a:r>
            <a:r>
              <a:rPr sz="3000" baseline="1388" dirty="0"/>
              <a:t>-</a:t>
            </a:r>
            <a:r>
              <a:rPr sz="3000" spc="-172" baseline="1388" dirty="0"/>
              <a:t> </a:t>
            </a:r>
            <a:fld id="{81D60167-4931-47E6-BA6A-407CBD079E47}" type="slidenum">
              <a:rPr sz="2000" dirty="0"/>
              <a:pPr marL="12700">
                <a:lnSpc>
                  <a:spcPts val="2380"/>
                </a:lnSpc>
              </a:pPr>
              <a:t>19</a:t>
            </a:fld>
            <a:endParaRPr sz="2000"/>
          </a:p>
        </p:txBody>
      </p:sp>
      <p:sp>
        <p:nvSpPr>
          <p:cNvPr id="28" name="object 28"/>
          <p:cNvSpPr txBox="1">
            <a:spLocks noGrp="1"/>
          </p:cNvSpPr>
          <p:nvPr>
            <p:ph type="dt" sz="half" idx="4294967295"/>
          </p:nvPr>
        </p:nvSpPr>
        <p:spPr>
          <a:xfrm>
            <a:off x="0" y="8093075"/>
            <a:ext cx="2103438" cy="80803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spc="-5" dirty="0"/>
              <a:t>Fei-Fei</a:t>
            </a:r>
            <a:r>
              <a:rPr spc="-20" dirty="0"/>
              <a:t> </a:t>
            </a:r>
            <a:r>
              <a:rPr spc="-5" dirty="0"/>
              <a:t>Li</a:t>
            </a:r>
            <a:r>
              <a:rPr spc="-15" dirty="0"/>
              <a:t> </a:t>
            </a:r>
            <a:r>
              <a:rPr dirty="0"/>
              <a:t>&amp;</a:t>
            </a:r>
            <a:r>
              <a:rPr spc="-20" dirty="0"/>
              <a:t> </a:t>
            </a:r>
            <a:r>
              <a:rPr dirty="0"/>
              <a:t>Justin</a:t>
            </a:r>
            <a:r>
              <a:rPr spc="-20" dirty="0"/>
              <a:t> </a:t>
            </a:r>
            <a:r>
              <a:rPr dirty="0"/>
              <a:t>Johnson</a:t>
            </a:r>
            <a:r>
              <a:rPr spc="-15" dirty="0"/>
              <a:t> </a:t>
            </a:r>
            <a:r>
              <a:rPr dirty="0"/>
              <a:t>&amp;</a:t>
            </a:r>
            <a:r>
              <a:rPr spc="-20" dirty="0"/>
              <a:t> </a:t>
            </a:r>
            <a:r>
              <a:rPr spc="-5" dirty="0"/>
              <a:t>Serena</a:t>
            </a:r>
            <a:r>
              <a:rPr spc="-25" dirty="0"/>
              <a:t> </a:t>
            </a:r>
            <a:r>
              <a:rPr spc="-5" dirty="0"/>
              <a:t>Yeung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22676" y="1329776"/>
            <a:ext cx="6710306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2700">
              <a:lnSpc>
                <a:spcPct val="100000"/>
              </a:lnSpc>
            </a:pPr>
            <a:r>
              <a:rPr lang="en-US" sz="2400" spc="-5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  <a:cs typeface="Arial MT"/>
              </a:rPr>
              <a:t>hint:</a:t>
            </a:r>
            <a:r>
              <a:rPr lang="en-US" sz="2400" spc="-15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  <a:cs typeface="Arial MT"/>
              </a:rPr>
              <a:t> </a:t>
            </a:r>
            <a:r>
              <a:rPr lang="en-US" sz="2400" spc="-5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  <a:cs typeface="Arial MT"/>
              </a:rPr>
              <a:t>what</a:t>
            </a:r>
            <a:r>
              <a:rPr lang="en-US" sz="2400" spc="-15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  <a:cs typeface="Arial MT"/>
              </a:rPr>
              <a:t> </a:t>
            </a:r>
            <a:r>
              <a:rPr lang="en-US" sz="2400" spc="-5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  <a:cs typeface="Arial MT"/>
              </a:rPr>
              <a:t>is</a:t>
            </a:r>
            <a:r>
              <a:rPr lang="en-US" sz="2400" spc="-10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  <a:cs typeface="Arial MT"/>
              </a:rPr>
              <a:t> </a:t>
            </a:r>
            <a:r>
              <a:rPr lang="en-US" sz="2400" spc="-5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  <a:cs typeface="Arial MT"/>
              </a:rPr>
              <a:t>the</a:t>
            </a:r>
            <a:r>
              <a:rPr lang="en-US" sz="2400" spc="-20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  <a:cs typeface="Arial MT"/>
              </a:rPr>
              <a:t> </a:t>
            </a:r>
            <a:r>
              <a:rPr lang="en-US" sz="2400" spc="-5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  <a:cs typeface="Arial MT"/>
              </a:rPr>
              <a:t>gradient</a:t>
            </a:r>
            <a:r>
              <a:rPr lang="en-US" sz="2400" spc="-10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  <a:cs typeface="Arial MT"/>
              </a:rPr>
              <a:t> </a:t>
            </a:r>
            <a:r>
              <a:rPr lang="en-US" sz="2400" spc="-5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  <a:cs typeface="Arial MT"/>
              </a:rPr>
              <a:t>when</a:t>
            </a:r>
            <a:r>
              <a:rPr lang="en-US" sz="2400" spc="-15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  <a:cs typeface="Arial MT"/>
              </a:rPr>
              <a:t> </a:t>
            </a:r>
            <a:r>
              <a:rPr lang="en-US" sz="2400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  <a:cs typeface="Arial MT"/>
              </a:rPr>
              <a:t>x</a:t>
            </a:r>
            <a:r>
              <a:rPr lang="en-US" sz="2400" spc="-10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  <a:cs typeface="Arial MT"/>
              </a:rPr>
              <a:t> </a:t>
            </a:r>
            <a:r>
              <a:rPr lang="en-US" sz="2400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  <a:cs typeface="Arial MT"/>
              </a:rPr>
              <a:t>&lt;</a:t>
            </a:r>
            <a:r>
              <a:rPr lang="en-US" sz="2400" spc="-20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  <a:cs typeface="Arial MT"/>
              </a:rPr>
              <a:t> </a:t>
            </a:r>
            <a:r>
              <a:rPr lang="en-US" sz="2400" spc="-5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  <a:cs typeface="Arial MT"/>
              </a:rPr>
              <a:t>0?</a:t>
            </a:r>
          </a:p>
          <a:p>
            <a:pPr marL="12700">
              <a:lnSpc>
                <a:spcPct val="100000"/>
              </a:lnSpc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This is a form of the vanishing gradient problem</a:t>
            </a:r>
            <a:endParaRPr lang="en-US" sz="2400" dirty="0">
              <a:latin typeface="Cambria" panose="02040503050406030204" pitchFamily="18" charset="0"/>
              <a:ea typeface="Cambria" panose="02040503050406030204" pitchFamily="18" charset="0"/>
              <a:cs typeface="Arial MT"/>
            </a:endParaRPr>
          </a:p>
        </p:txBody>
      </p:sp>
    </p:spTree>
    <p:extLst>
      <p:ext uri="{BB962C8B-B14F-4D97-AF65-F5344CB8AC3E}">
        <p14:creationId xmlns:p14="http://schemas.microsoft.com/office/powerpoint/2010/main" val="190698408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300353" y="857251"/>
            <a:ext cx="5713730" cy="3941445"/>
            <a:chOff x="1300353" y="0"/>
            <a:chExt cx="5713730" cy="3941445"/>
          </a:xfrm>
        </p:grpSpPr>
        <p:sp>
          <p:nvSpPr>
            <p:cNvPr id="3" name="object 3"/>
            <p:cNvSpPr/>
            <p:nvPr/>
          </p:nvSpPr>
          <p:spPr>
            <a:xfrm>
              <a:off x="1309878" y="0"/>
              <a:ext cx="5694680" cy="3922395"/>
            </a:xfrm>
            <a:custGeom>
              <a:avLst/>
              <a:gdLst/>
              <a:ahLst/>
              <a:cxnLst/>
              <a:rect l="l" t="t" r="r" b="b"/>
              <a:pathLst>
                <a:path w="5694680" h="3922395">
                  <a:moveTo>
                    <a:pt x="3846652" y="605758"/>
                  </a:moveTo>
                  <a:lnTo>
                    <a:pt x="3021784" y="605758"/>
                  </a:lnTo>
                  <a:lnTo>
                    <a:pt x="3658774" y="0"/>
                  </a:lnTo>
                  <a:lnTo>
                    <a:pt x="3884774" y="0"/>
                  </a:lnTo>
                  <a:lnTo>
                    <a:pt x="3846652" y="605758"/>
                  </a:lnTo>
                  <a:close/>
                </a:path>
                <a:path w="5694680" h="3922395">
                  <a:moveTo>
                    <a:pt x="4337489" y="997764"/>
                  </a:moveTo>
                  <a:lnTo>
                    <a:pt x="2254079" y="997764"/>
                  </a:lnTo>
                  <a:lnTo>
                    <a:pt x="2563059" y="134005"/>
                  </a:lnTo>
                  <a:lnTo>
                    <a:pt x="3021784" y="605758"/>
                  </a:lnTo>
                  <a:lnTo>
                    <a:pt x="3846652" y="605758"/>
                  </a:lnTo>
                  <a:lnTo>
                    <a:pt x="3829298" y="881507"/>
                  </a:lnTo>
                  <a:lnTo>
                    <a:pt x="4414723" y="881507"/>
                  </a:lnTo>
                  <a:lnTo>
                    <a:pt x="4337489" y="997764"/>
                  </a:lnTo>
                  <a:close/>
                </a:path>
                <a:path w="5694680" h="3922395">
                  <a:moveTo>
                    <a:pt x="4414723" y="881507"/>
                  </a:moveTo>
                  <a:lnTo>
                    <a:pt x="3829298" y="881507"/>
                  </a:lnTo>
                  <a:lnTo>
                    <a:pt x="4747275" y="380931"/>
                  </a:lnTo>
                  <a:lnTo>
                    <a:pt x="4414723" y="881507"/>
                  </a:lnTo>
                  <a:close/>
                </a:path>
                <a:path w="5694680" h="3922395">
                  <a:moveTo>
                    <a:pt x="1296293" y="3922055"/>
                  </a:moveTo>
                  <a:lnTo>
                    <a:pt x="1266766" y="3276397"/>
                  </a:lnTo>
                  <a:lnTo>
                    <a:pt x="338771" y="3196651"/>
                  </a:lnTo>
                  <a:lnTo>
                    <a:pt x="877904" y="2724898"/>
                  </a:lnTo>
                  <a:lnTo>
                    <a:pt x="0" y="2245844"/>
                  </a:lnTo>
                  <a:lnTo>
                    <a:pt x="1037403" y="1998918"/>
                  </a:lnTo>
                  <a:lnTo>
                    <a:pt x="308980" y="1360562"/>
                  </a:lnTo>
                  <a:lnTo>
                    <a:pt x="1416247" y="1273514"/>
                  </a:lnTo>
                  <a:lnTo>
                    <a:pt x="1186884" y="467979"/>
                  </a:lnTo>
                  <a:lnTo>
                    <a:pt x="2254079" y="997764"/>
                  </a:lnTo>
                  <a:lnTo>
                    <a:pt x="4337489" y="997764"/>
                  </a:lnTo>
                  <a:lnTo>
                    <a:pt x="4318341" y="1026588"/>
                  </a:lnTo>
                  <a:lnTo>
                    <a:pt x="5694516" y="1048302"/>
                  </a:lnTo>
                  <a:lnTo>
                    <a:pt x="4477840" y="1578087"/>
                  </a:lnTo>
                  <a:lnTo>
                    <a:pt x="4816611" y="1940886"/>
                  </a:lnTo>
                  <a:lnTo>
                    <a:pt x="4318341" y="2136889"/>
                  </a:lnTo>
                  <a:lnTo>
                    <a:pt x="4722592" y="2528895"/>
                  </a:lnTo>
                  <a:lnTo>
                    <a:pt x="3859616" y="2528895"/>
                  </a:lnTo>
                  <a:lnTo>
                    <a:pt x="3901402" y="2833469"/>
                  </a:lnTo>
                  <a:lnTo>
                    <a:pt x="3211074" y="2833469"/>
                  </a:lnTo>
                  <a:lnTo>
                    <a:pt x="3137154" y="3109218"/>
                  </a:lnTo>
                  <a:lnTo>
                    <a:pt x="2602604" y="3109218"/>
                  </a:lnTo>
                  <a:lnTo>
                    <a:pt x="2502997" y="3254299"/>
                  </a:lnTo>
                  <a:lnTo>
                    <a:pt x="1984380" y="3254299"/>
                  </a:lnTo>
                  <a:lnTo>
                    <a:pt x="1296293" y="3922055"/>
                  </a:lnTo>
                  <a:close/>
                </a:path>
                <a:path w="5694680" h="3922395">
                  <a:moveTo>
                    <a:pt x="4976637" y="2775244"/>
                  </a:moveTo>
                  <a:lnTo>
                    <a:pt x="3859616" y="2528895"/>
                  </a:lnTo>
                  <a:lnTo>
                    <a:pt x="4722592" y="2528895"/>
                  </a:lnTo>
                  <a:lnTo>
                    <a:pt x="4976637" y="2775244"/>
                  </a:lnTo>
                  <a:close/>
                </a:path>
                <a:path w="5694680" h="3922395">
                  <a:moveTo>
                    <a:pt x="3939234" y="3109218"/>
                  </a:moveTo>
                  <a:lnTo>
                    <a:pt x="3211074" y="2833469"/>
                  </a:lnTo>
                  <a:lnTo>
                    <a:pt x="3901402" y="2833469"/>
                  </a:lnTo>
                  <a:lnTo>
                    <a:pt x="3939234" y="3109218"/>
                  </a:lnTo>
                  <a:close/>
                </a:path>
                <a:path w="5694680" h="3922395">
                  <a:moveTo>
                    <a:pt x="3061329" y="3392078"/>
                  </a:moveTo>
                  <a:lnTo>
                    <a:pt x="2602604" y="3109218"/>
                  </a:lnTo>
                  <a:lnTo>
                    <a:pt x="3137154" y="3109218"/>
                  </a:lnTo>
                  <a:lnTo>
                    <a:pt x="3061329" y="3392078"/>
                  </a:lnTo>
                  <a:close/>
                </a:path>
                <a:path w="5694680" h="3922395">
                  <a:moveTo>
                    <a:pt x="2293624" y="3559257"/>
                  </a:moveTo>
                  <a:lnTo>
                    <a:pt x="1984380" y="3254299"/>
                  </a:lnTo>
                  <a:lnTo>
                    <a:pt x="2502997" y="3254299"/>
                  </a:lnTo>
                  <a:lnTo>
                    <a:pt x="2293624" y="3559257"/>
                  </a:lnTo>
                  <a:close/>
                </a:path>
              </a:pathLst>
            </a:custGeom>
            <a:solidFill>
              <a:srgbClr val="CCCC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1309878" y="0"/>
              <a:ext cx="5694680" cy="3922395"/>
            </a:xfrm>
            <a:custGeom>
              <a:avLst/>
              <a:gdLst/>
              <a:ahLst/>
              <a:cxnLst/>
              <a:rect l="l" t="t" r="r" b="b"/>
              <a:pathLst>
                <a:path w="5694680" h="3922395">
                  <a:moveTo>
                    <a:pt x="3021784" y="605758"/>
                  </a:moveTo>
                  <a:lnTo>
                    <a:pt x="3658774" y="0"/>
                  </a:lnTo>
                </a:path>
                <a:path w="5694680" h="3922395">
                  <a:moveTo>
                    <a:pt x="3884774" y="0"/>
                  </a:moveTo>
                  <a:lnTo>
                    <a:pt x="3829298" y="881507"/>
                  </a:lnTo>
                  <a:lnTo>
                    <a:pt x="4747275" y="380931"/>
                  </a:lnTo>
                  <a:lnTo>
                    <a:pt x="4318341" y="1026588"/>
                  </a:lnTo>
                  <a:lnTo>
                    <a:pt x="5694516" y="1048302"/>
                  </a:lnTo>
                  <a:lnTo>
                    <a:pt x="4477840" y="1578087"/>
                  </a:lnTo>
                  <a:lnTo>
                    <a:pt x="4816611" y="1940886"/>
                  </a:lnTo>
                  <a:lnTo>
                    <a:pt x="4318341" y="2136889"/>
                  </a:lnTo>
                  <a:lnTo>
                    <a:pt x="4976637" y="2775244"/>
                  </a:lnTo>
                  <a:lnTo>
                    <a:pt x="3859616" y="2528895"/>
                  </a:lnTo>
                  <a:lnTo>
                    <a:pt x="3939234" y="3109218"/>
                  </a:lnTo>
                  <a:lnTo>
                    <a:pt x="3211074" y="2833469"/>
                  </a:lnTo>
                  <a:lnTo>
                    <a:pt x="3061329" y="3392078"/>
                  </a:lnTo>
                  <a:lnTo>
                    <a:pt x="2602604" y="3109218"/>
                  </a:lnTo>
                  <a:lnTo>
                    <a:pt x="2293624" y="3559257"/>
                  </a:lnTo>
                  <a:lnTo>
                    <a:pt x="1984380" y="3254299"/>
                  </a:lnTo>
                  <a:lnTo>
                    <a:pt x="1296293" y="3922055"/>
                  </a:lnTo>
                  <a:lnTo>
                    <a:pt x="1266766" y="3276397"/>
                  </a:lnTo>
                  <a:lnTo>
                    <a:pt x="338771" y="3196651"/>
                  </a:lnTo>
                  <a:lnTo>
                    <a:pt x="877904" y="2724898"/>
                  </a:lnTo>
                  <a:lnTo>
                    <a:pt x="0" y="2245844"/>
                  </a:lnTo>
                  <a:lnTo>
                    <a:pt x="1037403" y="1998918"/>
                  </a:lnTo>
                  <a:lnTo>
                    <a:pt x="308980" y="1360562"/>
                  </a:lnTo>
                  <a:lnTo>
                    <a:pt x="1416247" y="1273514"/>
                  </a:lnTo>
                  <a:lnTo>
                    <a:pt x="1186884" y="467979"/>
                  </a:lnTo>
                  <a:lnTo>
                    <a:pt x="2254079" y="997764"/>
                  </a:lnTo>
                  <a:lnTo>
                    <a:pt x="2563059" y="134005"/>
                  </a:lnTo>
                  <a:lnTo>
                    <a:pt x="3021784" y="605758"/>
                  </a:lnTo>
                </a:path>
              </a:pathLst>
            </a:custGeom>
            <a:ln w="19049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2799150" y="2567000"/>
            <a:ext cx="203962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b="1" spc="-5" dirty="0">
                <a:latin typeface="Arial"/>
                <a:cs typeface="Arial"/>
              </a:rPr>
              <a:t>DATA</a:t>
            </a:r>
            <a:r>
              <a:rPr sz="2400" b="1" spc="-85" dirty="0">
                <a:latin typeface="Arial"/>
                <a:cs typeface="Arial"/>
              </a:rPr>
              <a:t> </a:t>
            </a:r>
            <a:r>
              <a:rPr sz="2400" b="1" spc="-5" dirty="0">
                <a:latin typeface="Arial"/>
                <a:cs typeface="Arial"/>
              </a:rPr>
              <a:t>CLOUD</a:t>
            </a:r>
            <a:endParaRPr sz="2400">
              <a:latin typeface="Arial"/>
              <a:cs typeface="Arial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271599" y="857250"/>
            <a:ext cx="7550784" cy="4375150"/>
            <a:chOff x="271599" y="0"/>
            <a:chExt cx="7550784" cy="4375150"/>
          </a:xfrm>
        </p:grpSpPr>
        <p:sp>
          <p:nvSpPr>
            <p:cNvPr id="7" name="object 7"/>
            <p:cNvSpPr/>
            <p:nvPr/>
          </p:nvSpPr>
          <p:spPr>
            <a:xfrm>
              <a:off x="3639025" y="0"/>
              <a:ext cx="19050" cy="4337050"/>
            </a:xfrm>
            <a:custGeom>
              <a:avLst/>
              <a:gdLst/>
              <a:ahLst/>
              <a:cxnLst/>
              <a:rect l="l" t="t" r="r" b="b"/>
              <a:pathLst>
                <a:path w="19050" h="4337050">
                  <a:moveTo>
                    <a:pt x="19049" y="4336650"/>
                  </a:moveTo>
                  <a:lnTo>
                    <a:pt x="0" y="4336650"/>
                  </a:lnTo>
                  <a:lnTo>
                    <a:pt x="0" y="0"/>
                  </a:lnTo>
                  <a:lnTo>
                    <a:pt x="19049" y="0"/>
                  </a:lnTo>
                  <a:lnTo>
                    <a:pt x="19049" y="4336650"/>
                  </a:lnTo>
                  <a:close/>
                </a:path>
              </a:pathLst>
            </a:custGeom>
            <a:solidFill>
              <a:srgbClr val="6666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71599" y="2199999"/>
              <a:ext cx="7550784" cy="0"/>
            </a:xfrm>
            <a:custGeom>
              <a:avLst/>
              <a:gdLst/>
              <a:ahLst/>
              <a:cxnLst/>
              <a:rect l="l" t="t" r="r" b="b"/>
              <a:pathLst>
                <a:path w="7550784">
                  <a:moveTo>
                    <a:pt x="0" y="0"/>
                  </a:moveTo>
                  <a:lnTo>
                    <a:pt x="7550699" y="0"/>
                  </a:lnTo>
                </a:path>
              </a:pathLst>
            </a:custGeom>
            <a:ln w="19049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5309427" y="0"/>
              <a:ext cx="1254760" cy="2861310"/>
            </a:xfrm>
            <a:custGeom>
              <a:avLst/>
              <a:gdLst/>
              <a:ahLst/>
              <a:cxnLst/>
              <a:rect l="l" t="t" r="r" b="b"/>
              <a:pathLst>
                <a:path w="1254759" h="2861310">
                  <a:moveTo>
                    <a:pt x="0" y="0"/>
                  </a:moveTo>
                  <a:lnTo>
                    <a:pt x="1254322" y="2860800"/>
                  </a:lnTo>
                </a:path>
                <a:path w="1254759" h="2861310">
                  <a:moveTo>
                    <a:pt x="548172" y="1294700"/>
                  </a:moveTo>
                  <a:lnTo>
                    <a:pt x="1240517" y="945051"/>
                  </a:lnTo>
                </a:path>
              </a:pathLst>
            </a:custGeom>
            <a:ln w="38099">
              <a:solidFill>
                <a:srgbClr val="37761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502526" y="848058"/>
              <a:ext cx="220805" cy="172217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4434624" y="2910150"/>
              <a:ext cx="2020570" cy="1426845"/>
            </a:xfrm>
            <a:custGeom>
              <a:avLst/>
              <a:gdLst/>
              <a:ahLst/>
              <a:cxnLst/>
              <a:rect l="l" t="t" r="r" b="b"/>
              <a:pathLst>
                <a:path w="2020570" h="1426845">
                  <a:moveTo>
                    <a:pt x="2020499" y="0"/>
                  </a:moveTo>
                  <a:lnTo>
                    <a:pt x="0" y="1426499"/>
                  </a:lnTo>
                </a:path>
                <a:path w="2020570" h="1426845">
                  <a:moveTo>
                    <a:pt x="1024624" y="720299"/>
                  </a:moveTo>
                  <a:lnTo>
                    <a:pt x="1335936" y="1158536"/>
                  </a:lnTo>
                </a:path>
              </a:pathLst>
            </a:custGeom>
            <a:ln w="38099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700208" y="4013191"/>
              <a:ext cx="189535" cy="215500"/>
            </a:xfrm>
            <a:prstGeom prst="rect">
              <a:avLst/>
            </a:prstGeom>
          </p:spPr>
        </p:pic>
      </p:grpSp>
      <p:sp>
        <p:nvSpPr>
          <p:cNvPr id="17" name="object 1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spc="-5" dirty="0"/>
              <a:t>April</a:t>
            </a:r>
            <a:r>
              <a:rPr spc="-50" dirty="0"/>
              <a:t> </a:t>
            </a:r>
            <a:r>
              <a:rPr spc="-5" dirty="0"/>
              <a:t>20,</a:t>
            </a:r>
            <a:r>
              <a:rPr spc="-45" dirty="0"/>
              <a:t> </a:t>
            </a:r>
            <a:r>
              <a:rPr spc="-5" dirty="0"/>
              <a:t>2017</a:t>
            </a:r>
          </a:p>
        </p:txBody>
      </p:sp>
      <p:sp>
        <p:nvSpPr>
          <p:cNvPr id="13" name="object 13"/>
          <p:cNvSpPr txBox="1">
            <a:spLocks noGrp="1"/>
          </p:cNvSpPr>
          <p:nvPr>
            <p:ph type="title"/>
          </p:nvPr>
        </p:nvSpPr>
        <p:spPr>
          <a:xfrm>
            <a:off x="228600" y="326189"/>
            <a:ext cx="8160907" cy="566822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/>
          <a:p>
            <a:pPr marL="12700">
              <a:spcBef>
                <a:spcPts val="100"/>
              </a:spcBef>
            </a:pPr>
            <a:r>
              <a:rPr lang="en-US" dirty="0"/>
              <a:t>Dying </a:t>
            </a:r>
            <a:r>
              <a:rPr lang="en-US" dirty="0" err="1"/>
              <a:t>Relu</a:t>
            </a:r>
            <a:endParaRPr spc="-5" dirty="0">
              <a:solidFill>
                <a:srgbClr val="37761C"/>
              </a:solidFill>
            </a:endParaRPr>
          </a:p>
        </p:txBody>
      </p:sp>
      <p:sp>
        <p:nvSpPr>
          <p:cNvPr id="18" name="object 18"/>
          <p:cNvSpPr txBox="1">
            <a:spLocks noGrp="1"/>
          </p:cNvSpPr>
          <p:nvPr>
            <p:ph type="dt" sz="half" idx="4294967295"/>
          </p:nvPr>
        </p:nvSpPr>
        <p:spPr>
          <a:xfrm>
            <a:off x="0" y="6590826"/>
            <a:ext cx="4514850" cy="2311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sz="1000" spc="-5" dirty="0"/>
              <a:t>Fei-Fei</a:t>
            </a:r>
            <a:r>
              <a:rPr sz="1000" spc="-20" dirty="0"/>
              <a:t> </a:t>
            </a:r>
            <a:r>
              <a:rPr sz="1000" spc="-5" dirty="0"/>
              <a:t>Li</a:t>
            </a:r>
            <a:r>
              <a:rPr sz="1000" spc="-15" dirty="0"/>
              <a:t> </a:t>
            </a:r>
            <a:r>
              <a:rPr sz="1000" dirty="0"/>
              <a:t>&amp;</a:t>
            </a:r>
            <a:r>
              <a:rPr sz="1000" spc="-20" dirty="0"/>
              <a:t> </a:t>
            </a:r>
            <a:r>
              <a:rPr sz="1000" dirty="0"/>
              <a:t>Justin</a:t>
            </a:r>
            <a:r>
              <a:rPr sz="1000" spc="-20" dirty="0"/>
              <a:t> </a:t>
            </a:r>
            <a:r>
              <a:rPr sz="1000" dirty="0"/>
              <a:t>Johnson</a:t>
            </a:r>
            <a:r>
              <a:rPr sz="1000" spc="-15" dirty="0"/>
              <a:t> </a:t>
            </a:r>
            <a:r>
              <a:rPr sz="1000" dirty="0"/>
              <a:t>&amp;</a:t>
            </a:r>
            <a:r>
              <a:rPr sz="1000" spc="-20" dirty="0"/>
              <a:t> </a:t>
            </a:r>
            <a:r>
              <a:rPr sz="1000" spc="-5" dirty="0"/>
              <a:t>Serena</a:t>
            </a:r>
            <a:r>
              <a:rPr sz="1000" spc="-25" dirty="0"/>
              <a:t> </a:t>
            </a:r>
            <a:r>
              <a:rPr sz="1000" spc="-5" dirty="0"/>
              <a:t>Yeung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6138851" y="4338308"/>
            <a:ext cx="2428875" cy="112851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865"/>
              </a:lnSpc>
              <a:spcBef>
                <a:spcPts val="100"/>
              </a:spcBef>
            </a:pPr>
            <a:r>
              <a:rPr sz="2400" spc="-5" dirty="0">
                <a:solidFill>
                  <a:srgbClr val="FF0000"/>
                </a:solidFill>
                <a:latin typeface="Arial MT"/>
                <a:cs typeface="Arial MT"/>
              </a:rPr>
              <a:t>dead</a:t>
            </a:r>
            <a:r>
              <a:rPr sz="2400" spc="-5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FF0000"/>
                </a:solidFill>
                <a:latin typeface="Arial MT"/>
                <a:cs typeface="Arial MT"/>
              </a:rPr>
              <a:t>ReLU</a:t>
            </a:r>
            <a:endParaRPr sz="2400" dirty="0">
              <a:latin typeface="Arial MT"/>
              <a:cs typeface="Arial MT"/>
            </a:endParaRPr>
          </a:p>
          <a:p>
            <a:pPr marL="12700">
              <a:lnSpc>
                <a:spcPts val="2850"/>
              </a:lnSpc>
            </a:pPr>
            <a:r>
              <a:rPr sz="2400" spc="-5" dirty="0">
                <a:solidFill>
                  <a:srgbClr val="FF0000"/>
                </a:solidFill>
                <a:latin typeface="Arial MT"/>
                <a:cs typeface="Arial MT"/>
              </a:rPr>
              <a:t>will</a:t>
            </a:r>
            <a:r>
              <a:rPr sz="2400" spc="-4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FF0000"/>
                </a:solidFill>
                <a:latin typeface="Arial MT"/>
                <a:cs typeface="Arial MT"/>
              </a:rPr>
              <a:t>never</a:t>
            </a:r>
            <a:r>
              <a:rPr sz="2400" spc="-4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FF0000"/>
                </a:solidFill>
                <a:latin typeface="Arial MT"/>
                <a:cs typeface="Arial MT"/>
              </a:rPr>
              <a:t>activate</a:t>
            </a:r>
            <a:endParaRPr sz="2400" dirty="0">
              <a:latin typeface="Arial MT"/>
              <a:cs typeface="Arial MT"/>
            </a:endParaRPr>
          </a:p>
          <a:p>
            <a:pPr marL="12700">
              <a:lnSpc>
                <a:spcPts val="2865"/>
              </a:lnSpc>
            </a:pPr>
            <a:r>
              <a:rPr sz="2400" spc="-5" dirty="0">
                <a:solidFill>
                  <a:srgbClr val="FF0000"/>
                </a:solidFill>
                <a:latin typeface="Arial MT"/>
                <a:cs typeface="Arial MT"/>
              </a:rPr>
              <a:t>=&gt;</a:t>
            </a:r>
            <a:r>
              <a:rPr sz="2400" spc="-4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FF0000"/>
                </a:solidFill>
                <a:latin typeface="Arial MT"/>
                <a:cs typeface="Arial MT"/>
              </a:rPr>
              <a:t>never</a:t>
            </a:r>
            <a:r>
              <a:rPr sz="2400" spc="-3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FF0000"/>
                </a:solidFill>
                <a:latin typeface="Arial MT"/>
                <a:cs typeface="Arial MT"/>
              </a:rPr>
              <a:t>update</a:t>
            </a:r>
            <a:endParaRPr sz="2400" dirty="0">
              <a:latin typeface="Arial MT"/>
              <a:cs typeface="Arial MT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6965399" y="1448332"/>
            <a:ext cx="182485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2400" b="1" spc="-5" dirty="0">
                <a:solidFill>
                  <a:srgbClr val="37761C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active</a:t>
            </a:r>
            <a:r>
              <a:rPr lang="en-IN" sz="2400" b="1" spc="-85" dirty="0">
                <a:solidFill>
                  <a:srgbClr val="37761C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IN" sz="2400" b="1" spc="-5" dirty="0" err="1">
                <a:solidFill>
                  <a:srgbClr val="37761C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ReLU</a:t>
            </a:r>
            <a:endParaRPr lang="en-IN" sz="24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grpSp>
        <p:nvGrpSpPr>
          <p:cNvPr id="21" name="object 15"/>
          <p:cNvGrpSpPr/>
          <p:nvPr/>
        </p:nvGrpSpPr>
        <p:grpSpPr>
          <a:xfrm>
            <a:off x="23133" y="5122398"/>
            <a:ext cx="3869054" cy="1278255"/>
            <a:chOff x="176462" y="3133987"/>
            <a:chExt cx="3869054" cy="1278255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22" name="object 16"/>
            <p:cNvSpPr/>
            <p:nvPr/>
          </p:nvSpPr>
          <p:spPr>
            <a:xfrm>
              <a:off x="181224" y="3138750"/>
              <a:ext cx="3859529" cy="1268730"/>
            </a:xfrm>
            <a:custGeom>
              <a:avLst/>
              <a:gdLst/>
              <a:ahLst/>
              <a:cxnLst/>
              <a:rect l="l" t="t" r="r" b="b"/>
              <a:pathLst>
                <a:path w="3859529" h="1268729">
                  <a:moveTo>
                    <a:pt x="3859199" y="1268699"/>
                  </a:moveTo>
                  <a:lnTo>
                    <a:pt x="0" y="1268699"/>
                  </a:lnTo>
                  <a:lnTo>
                    <a:pt x="0" y="0"/>
                  </a:lnTo>
                  <a:lnTo>
                    <a:pt x="3859199" y="0"/>
                  </a:lnTo>
                  <a:lnTo>
                    <a:pt x="3859199" y="1268699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17"/>
            <p:cNvSpPr/>
            <p:nvPr/>
          </p:nvSpPr>
          <p:spPr>
            <a:xfrm>
              <a:off x="181224" y="3138750"/>
              <a:ext cx="3859529" cy="1268730"/>
            </a:xfrm>
            <a:custGeom>
              <a:avLst/>
              <a:gdLst/>
              <a:ahLst/>
              <a:cxnLst/>
              <a:rect l="l" t="t" r="r" b="b"/>
              <a:pathLst>
                <a:path w="3859529" h="1268729">
                  <a:moveTo>
                    <a:pt x="0" y="0"/>
                  </a:moveTo>
                  <a:lnTo>
                    <a:pt x="3859199" y="0"/>
                  </a:lnTo>
                  <a:lnTo>
                    <a:pt x="3859199" y="1268699"/>
                  </a:lnTo>
                  <a:lnTo>
                    <a:pt x="0" y="1268699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18"/>
          <p:cNvSpPr txBox="1"/>
          <p:nvPr/>
        </p:nvSpPr>
        <p:spPr>
          <a:xfrm>
            <a:off x="141559" y="5221488"/>
            <a:ext cx="3632200" cy="1143903"/>
          </a:xfrm>
          <a:prstGeom prst="rect">
            <a:avLst/>
          </a:prstGeom>
        </p:spPr>
        <p:txBody>
          <a:bodyPr vert="horz" wrap="square" lIns="0" tIns="27940" rIns="0" bIns="0" rtlCol="0">
            <a:spAutoFit/>
          </a:bodyPr>
          <a:lstStyle/>
          <a:p>
            <a:pPr marL="12700" marR="5080">
              <a:lnSpc>
                <a:spcPts val="2850"/>
              </a:lnSpc>
              <a:spcBef>
                <a:spcPts val="220"/>
              </a:spcBef>
            </a:pPr>
            <a:r>
              <a:rPr sz="2400" spc="-5" dirty="0">
                <a:solidFill>
                  <a:srgbClr val="0000FF"/>
                </a:solidFill>
                <a:latin typeface="Arial MT"/>
                <a:cs typeface="Arial MT"/>
              </a:rPr>
              <a:t>=&gt; people like to initialize </a:t>
            </a:r>
            <a:r>
              <a:rPr sz="2400" dirty="0">
                <a:solidFill>
                  <a:srgbClr val="0000FF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0000FF"/>
                </a:solidFill>
                <a:latin typeface="Arial MT"/>
                <a:cs typeface="Arial MT"/>
              </a:rPr>
              <a:t>ReLU</a:t>
            </a:r>
            <a:r>
              <a:rPr sz="2400" spc="-35" dirty="0">
                <a:solidFill>
                  <a:srgbClr val="0000FF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0000FF"/>
                </a:solidFill>
                <a:latin typeface="Arial MT"/>
                <a:cs typeface="Arial MT"/>
              </a:rPr>
              <a:t>neurons</a:t>
            </a:r>
            <a:r>
              <a:rPr sz="2400" spc="-30" dirty="0">
                <a:solidFill>
                  <a:srgbClr val="0000FF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0000FF"/>
                </a:solidFill>
                <a:latin typeface="Arial MT"/>
                <a:cs typeface="Arial MT"/>
              </a:rPr>
              <a:t>with</a:t>
            </a:r>
            <a:r>
              <a:rPr sz="2400" spc="-35" dirty="0">
                <a:solidFill>
                  <a:srgbClr val="0000FF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00FF"/>
                </a:solidFill>
                <a:latin typeface="Arial MT"/>
                <a:cs typeface="Arial MT"/>
              </a:rPr>
              <a:t>slightly </a:t>
            </a:r>
            <a:r>
              <a:rPr sz="2400" spc="-650" dirty="0">
                <a:solidFill>
                  <a:srgbClr val="0000FF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0000FF"/>
                </a:solidFill>
                <a:latin typeface="Arial MT"/>
                <a:cs typeface="Arial MT"/>
              </a:rPr>
              <a:t>positive</a:t>
            </a:r>
            <a:r>
              <a:rPr sz="2400" spc="-25" dirty="0">
                <a:solidFill>
                  <a:srgbClr val="0000FF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0000FF"/>
                </a:solidFill>
                <a:latin typeface="Arial MT"/>
                <a:cs typeface="Arial MT"/>
              </a:rPr>
              <a:t>biases</a:t>
            </a:r>
            <a:r>
              <a:rPr sz="2400" spc="-25" dirty="0">
                <a:solidFill>
                  <a:srgbClr val="0000FF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00FF"/>
                </a:solidFill>
                <a:latin typeface="Arial MT"/>
                <a:cs typeface="Arial MT"/>
              </a:rPr>
              <a:t>(e.g.</a:t>
            </a:r>
            <a:r>
              <a:rPr sz="2400" spc="-25" dirty="0">
                <a:solidFill>
                  <a:srgbClr val="0000FF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0000FF"/>
                </a:solidFill>
                <a:latin typeface="Arial MT"/>
                <a:cs typeface="Arial MT"/>
              </a:rPr>
              <a:t>0.01)</a:t>
            </a:r>
            <a:endParaRPr sz="2400" dirty="0">
              <a:latin typeface="Arial MT"/>
              <a:cs typeface="Arial MT"/>
            </a:endParaRPr>
          </a:p>
        </p:txBody>
      </p:sp>
    </p:spTree>
    <p:extLst>
      <p:ext uri="{BB962C8B-B14F-4D97-AF65-F5344CB8AC3E}">
        <p14:creationId xmlns:p14="http://schemas.microsoft.com/office/powerpoint/2010/main" val="164717729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4317074" y="1611664"/>
            <a:ext cx="4843145" cy="2509020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342265" indent="-330200">
              <a:lnSpc>
                <a:spcPts val="2865"/>
              </a:lnSpc>
              <a:spcBef>
                <a:spcPts val="890"/>
              </a:spcBef>
              <a:buChar char="-"/>
              <a:tabLst>
                <a:tab pos="342265" algn="l"/>
                <a:tab pos="342900" algn="l"/>
              </a:tabLst>
            </a:pPr>
            <a:r>
              <a:rPr sz="2400" spc="-5" dirty="0">
                <a:solidFill>
                  <a:srgbClr val="37761C"/>
                </a:solidFill>
                <a:latin typeface="Cambria" panose="02040503050406030204" pitchFamily="18" charset="0"/>
                <a:ea typeface="Cambria" panose="02040503050406030204" pitchFamily="18" charset="0"/>
                <a:cs typeface="Arial MT"/>
              </a:rPr>
              <a:t>Does not saturate</a:t>
            </a:r>
          </a:p>
          <a:p>
            <a:pPr marL="342265" indent="-330200">
              <a:lnSpc>
                <a:spcPts val="2850"/>
              </a:lnSpc>
              <a:buChar char="-"/>
              <a:tabLst>
                <a:tab pos="342265" algn="l"/>
                <a:tab pos="342900" algn="l"/>
              </a:tabLst>
            </a:pPr>
            <a:r>
              <a:rPr sz="2400" spc="-5" dirty="0">
                <a:solidFill>
                  <a:srgbClr val="37761C"/>
                </a:solidFill>
                <a:latin typeface="Cambria" panose="02040503050406030204" pitchFamily="18" charset="0"/>
                <a:ea typeface="Cambria" panose="02040503050406030204" pitchFamily="18" charset="0"/>
                <a:cs typeface="Arial MT"/>
              </a:rPr>
              <a:t>Computationally</a:t>
            </a:r>
            <a:r>
              <a:rPr sz="2400" spc="-50" dirty="0">
                <a:solidFill>
                  <a:srgbClr val="37761C"/>
                </a:solidFill>
                <a:latin typeface="Cambria" panose="02040503050406030204" pitchFamily="18" charset="0"/>
                <a:ea typeface="Cambria" panose="02040503050406030204" pitchFamily="18" charset="0"/>
                <a:cs typeface="Arial MT"/>
              </a:rPr>
              <a:t> </a:t>
            </a:r>
            <a:r>
              <a:rPr sz="2400" spc="-5" dirty="0">
                <a:solidFill>
                  <a:srgbClr val="37761C"/>
                </a:solidFill>
                <a:latin typeface="Cambria" panose="02040503050406030204" pitchFamily="18" charset="0"/>
                <a:ea typeface="Cambria" panose="02040503050406030204" pitchFamily="18" charset="0"/>
                <a:cs typeface="Arial MT"/>
              </a:rPr>
              <a:t>efficient</a:t>
            </a:r>
            <a:endParaRPr sz="2400" dirty="0">
              <a:latin typeface="Cambria" panose="02040503050406030204" pitchFamily="18" charset="0"/>
              <a:ea typeface="Cambria" panose="02040503050406030204" pitchFamily="18" charset="0"/>
              <a:cs typeface="Arial MT"/>
            </a:endParaRPr>
          </a:p>
          <a:p>
            <a:pPr marL="342265" marR="5080" indent="-330200">
              <a:lnSpc>
                <a:spcPts val="2850"/>
              </a:lnSpc>
              <a:spcBef>
                <a:spcPts val="105"/>
              </a:spcBef>
              <a:buChar char="-"/>
              <a:tabLst>
                <a:tab pos="342265" algn="l"/>
                <a:tab pos="342900" algn="l"/>
              </a:tabLst>
            </a:pPr>
            <a:r>
              <a:rPr sz="2400" spc="-5" dirty="0">
                <a:solidFill>
                  <a:srgbClr val="37761C"/>
                </a:solidFill>
                <a:latin typeface="Cambria" panose="02040503050406030204" pitchFamily="18" charset="0"/>
                <a:ea typeface="Cambria" panose="02040503050406030204" pitchFamily="18" charset="0"/>
                <a:cs typeface="Arial MT"/>
              </a:rPr>
              <a:t>Converges </a:t>
            </a:r>
            <a:r>
              <a:rPr sz="2400" dirty="0">
                <a:solidFill>
                  <a:srgbClr val="37761C"/>
                </a:solidFill>
                <a:latin typeface="Cambria" panose="02040503050406030204" pitchFamily="18" charset="0"/>
                <a:ea typeface="Cambria" panose="02040503050406030204" pitchFamily="18" charset="0"/>
                <a:cs typeface="Arial MT"/>
              </a:rPr>
              <a:t>much </a:t>
            </a:r>
            <a:r>
              <a:rPr sz="2400" spc="-5" dirty="0">
                <a:solidFill>
                  <a:srgbClr val="37761C"/>
                </a:solidFill>
                <a:latin typeface="Cambria" panose="02040503050406030204" pitchFamily="18" charset="0"/>
                <a:ea typeface="Cambria" panose="02040503050406030204" pitchFamily="18" charset="0"/>
                <a:cs typeface="Arial MT"/>
              </a:rPr>
              <a:t>faster than </a:t>
            </a:r>
            <a:r>
              <a:rPr sz="2400" dirty="0">
                <a:solidFill>
                  <a:srgbClr val="37761C"/>
                </a:solidFill>
                <a:latin typeface="Cambria" panose="02040503050406030204" pitchFamily="18" charset="0"/>
                <a:ea typeface="Cambria" panose="02040503050406030204" pitchFamily="18" charset="0"/>
                <a:cs typeface="Arial MT"/>
              </a:rPr>
              <a:t> sigmoid/tanh</a:t>
            </a:r>
            <a:r>
              <a:rPr sz="2400" spc="-30" dirty="0">
                <a:solidFill>
                  <a:srgbClr val="37761C"/>
                </a:solidFill>
                <a:latin typeface="Cambria" panose="02040503050406030204" pitchFamily="18" charset="0"/>
                <a:ea typeface="Cambria" panose="02040503050406030204" pitchFamily="18" charset="0"/>
                <a:cs typeface="Arial MT"/>
              </a:rPr>
              <a:t> </a:t>
            </a:r>
            <a:r>
              <a:rPr sz="2400" spc="-5" dirty="0">
                <a:solidFill>
                  <a:srgbClr val="37761C"/>
                </a:solidFill>
                <a:latin typeface="Cambria" panose="02040503050406030204" pitchFamily="18" charset="0"/>
                <a:ea typeface="Cambria" panose="02040503050406030204" pitchFamily="18" charset="0"/>
                <a:cs typeface="Arial MT"/>
              </a:rPr>
              <a:t>in</a:t>
            </a:r>
            <a:r>
              <a:rPr sz="2400" spc="-25" dirty="0">
                <a:solidFill>
                  <a:srgbClr val="37761C"/>
                </a:solidFill>
                <a:latin typeface="Cambria" panose="02040503050406030204" pitchFamily="18" charset="0"/>
                <a:ea typeface="Cambria" panose="02040503050406030204" pitchFamily="18" charset="0"/>
                <a:cs typeface="Arial MT"/>
              </a:rPr>
              <a:t> </a:t>
            </a:r>
            <a:r>
              <a:rPr sz="2400" spc="-5" dirty="0">
                <a:solidFill>
                  <a:srgbClr val="37761C"/>
                </a:solidFill>
                <a:latin typeface="Cambria" panose="02040503050406030204" pitchFamily="18" charset="0"/>
                <a:ea typeface="Cambria" panose="02040503050406030204" pitchFamily="18" charset="0"/>
                <a:cs typeface="Arial MT"/>
              </a:rPr>
              <a:t>practice!</a:t>
            </a:r>
            <a:r>
              <a:rPr sz="2400" spc="-30" dirty="0">
                <a:solidFill>
                  <a:srgbClr val="37761C"/>
                </a:solidFill>
                <a:latin typeface="Cambria" panose="02040503050406030204" pitchFamily="18" charset="0"/>
                <a:ea typeface="Cambria" panose="02040503050406030204" pitchFamily="18" charset="0"/>
                <a:cs typeface="Arial MT"/>
              </a:rPr>
              <a:t> </a:t>
            </a:r>
            <a:r>
              <a:rPr sz="2400" dirty="0">
                <a:solidFill>
                  <a:srgbClr val="37761C"/>
                </a:solidFill>
                <a:latin typeface="Cambria" panose="02040503050406030204" pitchFamily="18" charset="0"/>
                <a:ea typeface="Cambria" panose="02040503050406030204" pitchFamily="18" charset="0"/>
                <a:cs typeface="Arial MT"/>
              </a:rPr>
              <a:t>(e.g.</a:t>
            </a:r>
            <a:r>
              <a:rPr sz="2400" spc="-25" dirty="0">
                <a:solidFill>
                  <a:srgbClr val="37761C"/>
                </a:solidFill>
                <a:latin typeface="Cambria" panose="02040503050406030204" pitchFamily="18" charset="0"/>
                <a:ea typeface="Cambria" panose="02040503050406030204" pitchFamily="18" charset="0"/>
                <a:cs typeface="Arial MT"/>
              </a:rPr>
              <a:t> </a:t>
            </a:r>
            <a:r>
              <a:rPr sz="2400" spc="-5" dirty="0">
                <a:solidFill>
                  <a:srgbClr val="37761C"/>
                </a:solidFill>
                <a:latin typeface="Cambria" panose="02040503050406030204" pitchFamily="18" charset="0"/>
                <a:ea typeface="Cambria" panose="02040503050406030204" pitchFamily="18" charset="0"/>
                <a:cs typeface="Arial MT"/>
              </a:rPr>
              <a:t>6x)</a:t>
            </a:r>
            <a:endParaRPr sz="2400" dirty="0">
              <a:latin typeface="Cambria" panose="02040503050406030204" pitchFamily="18" charset="0"/>
              <a:ea typeface="Cambria" panose="02040503050406030204" pitchFamily="18" charset="0"/>
              <a:cs typeface="Arial MT"/>
            </a:endParaRPr>
          </a:p>
          <a:p>
            <a:pPr marL="12700">
              <a:lnSpc>
                <a:spcPts val="2760"/>
              </a:lnSpc>
              <a:tabLst>
                <a:tab pos="342265" algn="l"/>
              </a:tabLst>
            </a:pPr>
            <a:r>
              <a:rPr sz="2400" b="1" dirty="0">
                <a:solidFill>
                  <a:srgbClr val="37761C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-	</a:t>
            </a:r>
            <a:r>
              <a:rPr sz="2400" b="1" spc="-5" dirty="0">
                <a:solidFill>
                  <a:srgbClr val="37761C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will</a:t>
            </a:r>
            <a:r>
              <a:rPr sz="2400" b="1" spc="-40" dirty="0">
                <a:solidFill>
                  <a:srgbClr val="37761C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sz="2400" b="1" spc="-5" dirty="0">
                <a:solidFill>
                  <a:srgbClr val="37761C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not</a:t>
            </a:r>
            <a:r>
              <a:rPr sz="2400" b="1" spc="-40" dirty="0">
                <a:solidFill>
                  <a:srgbClr val="37761C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sz="2400" b="1" dirty="0">
                <a:solidFill>
                  <a:srgbClr val="37761C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“die”.</a:t>
            </a:r>
            <a:endParaRPr sz="2400" dirty="0">
              <a:latin typeface="Cambria" panose="02040503050406030204" pitchFamily="18" charset="0"/>
              <a:ea typeface="Cambria" panose="02040503050406030204" pitchFamily="18" charset="0"/>
              <a:cs typeface="Arial"/>
            </a:endParaRPr>
          </a:p>
          <a:p>
            <a:pPr marL="114300">
              <a:spcBef>
                <a:spcPts val="2140"/>
              </a:spcBef>
            </a:pPr>
            <a:r>
              <a:rPr sz="2400" b="1" spc="-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Parametric</a:t>
            </a:r>
            <a:r>
              <a:rPr sz="2400" b="1" spc="-4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sz="2400" b="1" spc="-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Rectifier</a:t>
            </a:r>
            <a:r>
              <a:rPr sz="2400" b="1" spc="-3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sz="2400" b="1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(PReLU)</a:t>
            </a:r>
            <a:endParaRPr sz="2400" dirty="0">
              <a:latin typeface="Cambria" panose="02040503050406030204" pitchFamily="18" charset="0"/>
              <a:ea typeface="Cambria" panose="02040503050406030204" pitchFamily="18" charset="0"/>
              <a:cs typeface="Arial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70826" y="4361887"/>
            <a:ext cx="3419825" cy="526124"/>
          </a:xfrm>
          <a:prstGeom prst="rect">
            <a:avLst/>
          </a:prstGeom>
        </p:spPr>
      </p:pic>
      <p:sp>
        <p:nvSpPr>
          <p:cNvPr id="6" name="object 6"/>
          <p:cNvSpPr/>
          <p:nvPr/>
        </p:nvSpPr>
        <p:spPr>
          <a:xfrm>
            <a:off x="3996949" y="3425576"/>
            <a:ext cx="0" cy="1985645"/>
          </a:xfrm>
          <a:custGeom>
            <a:avLst/>
            <a:gdLst/>
            <a:ahLst/>
            <a:cxnLst/>
            <a:rect l="l" t="t" r="r" b="b"/>
            <a:pathLst>
              <a:path h="1985645">
                <a:moveTo>
                  <a:pt x="0" y="0"/>
                </a:moveTo>
                <a:lnTo>
                  <a:pt x="0" y="1985399"/>
                </a:lnTo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7" name="object 7"/>
          <p:cNvGrpSpPr/>
          <p:nvPr/>
        </p:nvGrpSpPr>
        <p:grpSpPr>
          <a:xfrm>
            <a:off x="4947720" y="4361887"/>
            <a:ext cx="3305175" cy="811530"/>
            <a:chOff x="4779187" y="3227975"/>
            <a:chExt cx="3305175" cy="811530"/>
          </a:xfrm>
        </p:grpSpPr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779187" y="3227975"/>
              <a:ext cx="3305174" cy="457199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6839775" y="3751889"/>
              <a:ext cx="239395" cy="283210"/>
            </a:xfrm>
            <a:custGeom>
              <a:avLst/>
              <a:gdLst/>
              <a:ahLst/>
              <a:cxnLst/>
              <a:rect l="l" t="t" r="r" b="b"/>
              <a:pathLst>
                <a:path w="239395" h="283210">
                  <a:moveTo>
                    <a:pt x="0" y="282759"/>
                  </a:moveTo>
                  <a:lnTo>
                    <a:pt x="239098" y="0"/>
                  </a:lnTo>
                </a:path>
              </a:pathLst>
            </a:custGeom>
            <a:ln w="9524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7066860" y="3718882"/>
              <a:ext cx="40005" cy="43180"/>
            </a:xfrm>
            <a:custGeom>
              <a:avLst/>
              <a:gdLst/>
              <a:ahLst/>
              <a:cxnLst/>
              <a:rect l="l" t="t" r="r" b="b"/>
              <a:pathLst>
                <a:path w="40004" h="43179">
                  <a:moveTo>
                    <a:pt x="24027" y="43165"/>
                  </a:moveTo>
                  <a:lnTo>
                    <a:pt x="0" y="22848"/>
                  </a:lnTo>
                  <a:lnTo>
                    <a:pt x="39924" y="0"/>
                  </a:lnTo>
                  <a:lnTo>
                    <a:pt x="24027" y="43165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7066860" y="3718882"/>
              <a:ext cx="40005" cy="43180"/>
            </a:xfrm>
            <a:custGeom>
              <a:avLst/>
              <a:gdLst/>
              <a:ahLst/>
              <a:cxnLst/>
              <a:rect l="l" t="t" r="r" b="b"/>
              <a:pathLst>
                <a:path w="40004" h="43179">
                  <a:moveTo>
                    <a:pt x="24027" y="43165"/>
                  </a:moveTo>
                  <a:lnTo>
                    <a:pt x="39924" y="0"/>
                  </a:lnTo>
                  <a:lnTo>
                    <a:pt x="0" y="22848"/>
                  </a:lnTo>
                  <a:lnTo>
                    <a:pt x="24027" y="43165"/>
                  </a:lnTo>
                  <a:close/>
                </a:path>
              </a:pathLst>
            </a:custGeom>
            <a:ln w="9524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5559225" y="5202018"/>
            <a:ext cx="2082164" cy="575945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12700" marR="5080">
              <a:lnSpc>
                <a:spcPct val="100699"/>
              </a:lnSpc>
              <a:spcBef>
                <a:spcPts val="85"/>
              </a:spcBef>
            </a:pPr>
            <a:r>
              <a:rPr spc="-5" dirty="0">
                <a:solidFill>
                  <a:srgbClr val="0000FF"/>
                </a:solidFill>
                <a:latin typeface="Arial MT"/>
                <a:cs typeface="Arial MT"/>
              </a:rPr>
              <a:t>backprop</a:t>
            </a:r>
            <a:r>
              <a:rPr spc="-50" dirty="0">
                <a:solidFill>
                  <a:srgbClr val="0000FF"/>
                </a:solidFill>
                <a:latin typeface="Arial MT"/>
                <a:cs typeface="Arial MT"/>
              </a:rPr>
              <a:t> </a:t>
            </a:r>
            <a:r>
              <a:rPr spc="-5" dirty="0">
                <a:solidFill>
                  <a:srgbClr val="0000FF"/>
                </a:solidFill>
                <a:latin typeface="Arial MT"/>
                <a:cs typeface="Arial MT"/>
              </a:rPr>
              <a:t>into</a:t>
            </a:r>
            <a:r>
              <a:rPr spc="-45" dirty="0">
                <a:solidFill>
                  <a:srgbClr val="0000FF"/>
                </a:solidFill>
                <a:latin typeface="Arial MT"/>
                <a:cs typeface="Arial MT"/>
              </a:rPr>
              <a:t> </a:t>
            </a:r>
            <a:r>
              <a:rPr spc="-5" dirty="0">
                <a:solidFill>
                  <a:srgbClr val="0000FF"/>
                </a:solidFill>
                <a:latin typeface="Arial MT"/>
                <a:cs typeface="Arial MT"/>
              </a:rPr>
              <a:t>\alpha </a:t>
            </a:r>
            <a:r>
              <a:rPr spc="-484" dirty="0">
                <a:solidFill>
                  <a:srgbClr val="0000FF"/>
                </a:solidFill>
                <a:latin typeface="Arial MT"/>
                <a:cs typeface="Arial MT"/>
              </a:rPr>
              <a:t> </a:t>
            </a:r>
            <a:r>
              <a:rPr dirty="0">
                <a:solidFill>
                  <a:srgbClr val="0000FF"/>
                </a:solidFill>
                <a:latin typeface="Arial MT"/>
                <a:cs typeface="Arial MT"/>
              </a:rPr>
              <a:t>(parameter)</a:t>
            </a:r>
            <a:endParaRPr dirty="0">
              <a:latin typeface="Arial MT"/>
              <a:cs typeface="Arial MT"/>
            </a:endParaRPr>
          </a:p>
        </p:txBody>
      </p:sp>
      <p:pic>
        <p:nvPicPr>
          <p:cNvPr id="13" name="object 13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73067" y="1933405"/>
            <a:ext cx="2165091" cy="1688248"/>
          </a:xfrm>
          <a:prstGeom prst="rect">
            <a:avLst/>
          </a:prstGeom>
        </p:spPr>
      </p:pic>
      <p:sp>
        <p:nvSpPr>
          <p:cNvPr id="19" name="Title 1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pc="-5" dirty="0">
                <a:cs typeface="Arial"/>
              </a:rPr>
              <a:t>Leaky</a:t>
            </a:r>
            <a:r>
              <a:rPr lang="en-IN" spc="-90" dirty="0">
                <a:cs typeface="Arial"/>
              </a:rPr>
              <a:t> </a:t>
            </a:r>
            <a:r>
              <a:rPr lang="en-IN" spc="-5" dirty="0" err="1">
                <a:cs typeface="Arial"/>
              </a:rPr>
              <a:t>ReLU</a:t>
            </a:r>
            <a:br>
              <a:rPr lang="en-IN" dirty="0">
                <a:cs typeface="Arial"/>
              </a:rPr>
            </a:br>
            <a:endParaRPr lang="en-IN" dirty="0"/>
          </a:p>
        </p:txBody>
      </p:sp>
      <p:sp>
        <p:nvSpPr>
          <p:cNvPr id="17" name="object 17"/>
          <p:cNvSpPr txBox="1">
            <a:spLocks noGrp="1"/>
          </p:cNvSpPr>
          <p:nvPr>
            <p:ph type="dt" sz="half" idx="4294967295"/>
          </p:nvPr>
        </p:nvSpPr>
        <p:spPr>
          <a:xfrm>
            <a:off x="0" y="6514534"/>
            <a:ext cx="4514850" cy="26828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sz="1000" spc="-5" dirty="0"/>
              <a:t>Fei-Fei</a:t>
            </a:r>
            <a:r>
              <a:rPr sz="1000" spc="-20" dirty="0"/>
              <a:t> </a:t>
            </a:r>
            <a:r>
              <a:rPr sz="1000" spc="-5" dirty="0"/>
              <a:t>Li</a:t>
            </a:r>
            <a:r>
              <a:rPr sz="1000" spc="-15" dirty="0"/>
              <a:t> </a:t>
            </a:r>
            <a:r>
              <a:rPr sz="1000" dirty="0"/>
              <a:t>&amp;</a:t>
            </a:r>
            <a:r>
              <a:rPr sz="1000" spc="-20" dirty="0"/>
              <a:t> </a:t>
            </a:r>
            <a:r>
              <a:rPr sz="1000" dirty="0"/>
              <a:t>Justin</a:t>
            </a:r>
            <a:r>
              <a:rPr sz="1000" spc="-20" dirty="0"/>
              <a:t> </a:t>
            </a:r>
            <a:r>
              <a:rPr sz="1000" dirty="0"/>
              <a:t>Johnson</a:t>
            </a:r>
            <a:r>
              <a:rPr sz="1000" spc="-15" dirty="0"/>
              <a:t> </a:t>
            </a:r>
            <a:r>
              <a:rPr sz="1000" dirty="0"/>
              <a:t>&amp;</a:t>
            </a:r>
            <a:r>
              <a:rPr sz="1000" spc="-20" dirty="0"/>
              <a:t> </a:t>
            </a:r>
            <a:r>
              <a:rPr sz="1000" spc="-5" dirty="0"/>
              <a:t>Serena</a:t>
            </a:r>
            <a:r>
              <a:rPr sz="1000" spc="-25" dirty="0"/>
              <a:t> </a:t>
            </a:r>
            <a:r>
              <a:rPr sz="1000" spc="-5" dirty="0"/>
              <a:t>Yeung</a:t>
            </a:r>
          </a:p>
        </p:txBody>
      </p:sp>
    </p:spTree>
    <p:extLst>
      <p:ext uri="{BB962C8B-B14F-4D97-AF65-F5344CB8AC3E}">
        <p14:creationId xmlns:p14="http://schemas.microsoft.com/office/powerpoint/2010/main" val="96179451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08317" y="426859"/>
            <a:ext cx="6311317" cy="566822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/>
          <a:p>
            <a:pPr marL="12700">
              <a:spcBef>
                <a:spcPts val="100"/>
              </a:spcBef>
            </a:pPr>
            <a:r>
              <a:rPr b="0" spc="-10" dirty="0">
                <a:solidFill>
                  <a:srgbClr val="000000"/>
                </a:solidFill>
              </a:rPr>
              <a:t>Activation</a:t>
            </a:r>
            <a:r>
              <a:rPr b="0" spc="-95" dirty="0">
                <a:solidFill>
                  <a:srgbClr val="000000"/>
                </a:solidFill>
              </a:rPr>
              <a:t> </a:t>
            </a:r>
            <a:r>
              <a:rPr b="0" spc="-5" dirty="0">
                <a:solidFill>
                  <a:srgbClr val="000000"/>
                </a:solidFill>
              </a:rPr>
              <a:t>Functions</a:t>
            </a:r>
            <a:r>
              <a:rPr lang="en-US" b="0" spc="-5" dirty="0">
                <a:solidFill>
                  <a:srgbClr val="000000"/>
                </a:solidFill>
              </a:rPr>
              <a:t>: Summary</a:t>
            </a:r>
            <a:endParaRPr b="0" dirty="0"/>
          </a:p>
        </p:txBody>
      </p:sp>
      <p:sp>
        <p:nvSpPr>
          <p:cNvPr id="3" name="object 3"/>
          <p:cNvSpPr txBox="1"/>
          <p:nvPr/>
        </p:nvSpPr>
        <p:spPr>
          <a:xfrm>
            <a:off x="411025" y="1680257"/>
            <a:ext cx="1225550" cy="164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b="1" spc="-5" dirty="0">
                <a:latin typeface="Arial"/>
                <a:cs typeface="Arial"/>
              </a:rPr>
              <a:t>Sigmoid</a:t>
            </a:r>
            <a:endParaRPr sz="24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2700">
              <a:latin typeface="Arial"/>
              <a:cs typeface="Arial"/>
            </a:endParaRPr>
          </a:p>
          <a:p>
            <a:pPr>
              <a:spcBef>
                <a:spcPts val="20"/>
              </a:spcBef>
            </a:pPr>
            <a:endParaRPr sz="3100">
              <a:latin typeface="Arial"/>
              <a:cs typeface="Arial"/>
            </a:endParaRPr>
          </a:p>
          <a:p>
            <a:pPr marL="12700"/>
            <a:r>
              <a:rPr sz="2400" b="1" dirty="0">
                <a:latin typeface="Arial"/>
                <a:cs typeface="Arial"/>
              </a:rPr>
              <a:t>tanh</a:t>
            </a:r>
            <a:endParaRPr sz="24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11025" y="4185808"/>
            <a:ext cx="82169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b="1" spc="-5" dirty="0">
                <a:latin typeface="Arial"/>
                <a:cs typeface="Arial"/>
              </a:rPr>
              <a:t>ReLU</a:t>
            </a:r>
            <a:endParaRPr sz="24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816651" y="1618233"/>
            <a:ext cx="1767839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b="1" spc="-5" dirty="0">
                <a:latin typeface="Arial"/>
                <a:cs typeface="Arial"/>
              </a:rPr>
              <a:t>Leaky</a:t>
            </a:r>
            <a:r>
              <a:rPr sz="2400" b="1" spc="-90" dirty="0">
                <a:latin typeface="Arial"/>
                <a:cs typeface="Arial"/>
              </a:rPr>
              <a:t> </a:t>
            </a:r>
            <a:r>
              <a:rPr sz="2400" b="1" spc="-5" dirty="0">
                <a:latin typeface="Arial"/>
                <a:cs typeface="Arial"/>
              </a:rPr>
              <a:t>ReLU</a:t>
            </a:r>
            <a:endParaRPr sz="24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892824" y="3024558"/>
            <a:ext cx="10922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b="1" dirty="0">
                <a:latin typeface="Arial"/>
                <a:cs typeface="Arial"/>
              </a:rPr>
              <a:t>Maxout</a:t>
            </a:r>
            <a:endParaRPr sz="24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937875" y="4109832"/>
            <a:ext cx="63436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b="1" spc="-5" dirty="0">
                <a:latin typeface="Arial"/>
                <a:cs typeface="Arial"/>
              </a:rPr>
              <a:t>ELU</a:t>
            </a:r>
            <a:endParaRPr sz="2400">
              <a:latin typeface="Arial"/>
              <a:cs typeface="Arial"/>
            </a:endParaRPr>
          </a:p>
        </p:txBody>
      </p:sp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39200" y="2142451"/>
            <a:ext cx="1650074" cy="382629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39201" y="3326286"/>
            <a:ext cx="1077555" cy="349974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39200" y="4616350"/>
            <a:ext cx="1335476" cy="349974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864849" y="2018401"/>
            <a:ext cx="1650074" cy="324899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4921961" y="4501700"/>
            <a:ext cx="1897674" cy="712440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4921947" y="3390851"/>
            <a:ext cx="2964299" cy="306137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2416802" y="1648626"/>
            <a:ext cx="1391518" cy="1062981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2416813" y="2906138"/>
            <a:ext cx="1391509" cy="1060189"/>
          </a:xfrm>
          <a:prstGeom prst="rect">
            <a:avLst/>
          </a:prstGeom>
        </p:spPr>
      </p:pic>
      <p:pic>
        <p:nvPicPr>
          <p:cNvPr id="16" name="object 16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2465196" y="4092170"/>
            <a:ext cx="1330051" cy="1095641"/>
          </a:xfrm>
          <a:prstGeom prst="rect">
            <a:avLst/>
          </a:prstGeom>
        </p:spPr>
      </p:pic>
      <p:pic>
        <p:nvPicPr>
          <p:cNvPr id="17" name="object 17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7116688" y="1629298"/>
            <a:ext cx="1391509" cy="1085037"/>
          </a:xfrm>
          <a:prstGeom prst="rect">
            <a:avLst/>
          </a:prstGeom>
        </p:spPr>
      </p:pic>
      <p:pic>
        <p:nvPicPr>
          <p:cNvPr id="18" name="object 18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7116691" y="4093195"/>
            <a:ext cx="1391509" cy="1082289"/>
          </a:xfrm>
          <a:prstGeom prst="rect">
            <a:avLst/>
          </a:prstGeom>
        </p:spPr>
      </p:pic>
      <p:sp>
        <p:nvSpPr>
          <p:cNvPr id="19" name="object 19"/>
          <p:cNvSpPr txBox="1"/>
          <p:nvPr/>
        </p:nvSpPr>
        <p:spPr>
          <a:xfrm>
            <a:off x="157926" y="5574850"/>
            <a:ext cx="8875395" cy="2693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065"/>
              </a:lnSpc>
              <a:tabLst>
                <a:tab pos="5253355" algn="l"/>
                <a:tab pos="7310755" algn="l"/>
              </a:tabLst>
            </a:pPr>
            <a:r>
              <a:rPr spc="-5" dirty="0">
                <a:solidFill>
                  <a:srgbClr val="FFFFFF"/>
                </a:solidFill>
                <a:latin typeface="Arial MT"/>
                <a:cs typeface="Arial MT"/>
              </a:rPr>
              <a:t>Fei-Fei Li </a:t>
            </a:r>
            <a:r>
              <a:rPr dirty="0">
                <a:solidFill>
                  <a:srgbClr val="FFFFFF"/>
                </a:solidFill>
                <a:latin typeface="Arial MT"/>
                <a:cs typeface="Arial MT"/>
              </a:rPr>
              <a:t>&amp;</a:t>
            </a:r>
            <a:r>
              <a:rPr spc="-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>
                <a:solidFill>
                  <a:srgbClr val="FFFFFF"/>
                </a:solidFill>
                <a:latin typeface="Arial MT"/>
                <a:cs typeface="Arial MT"/>
              </a:rPr>
              <a:t>Justin</a:t>
            </a:r>
            <a:r>
              <a:rPr spc="-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>
                <a:solidFill>
                  <a:srgbClr val="FFFFFF"/>
                </a:solidFill>
                <a:latin typeface="Arial MT"/>
                <a:cs typeface="Arial MT"/>
              </a:rPr>
              <a:t>Johnson &amp;</a:t>
            </a:r>
            <a:r>
              <a:rPr spc="-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pc="-5" dirty="0">
                <a:solidFill>
                  <a:srgbClr val="FFFFFF"/>
                </a:solidFill>
                <a:latin typeface="Arial MT"/>
                <a:cs typeface="Arial MT"/>
              </a:rPr>
              <a:t>Serena Yeung	</a:t>
            </a:r>
            <a:r>
              <a:rPr sz="3000" spc="-7" baseline="-4166" dirty="0">
                <a:solidFill>
                  <a:srgbClr val="FFFFFF"/>
                </a:solidFill>
                <a:latin typeface="Arial MT"/>
                <a:cs typeface="Arial MT"/>
              </a:rPr>
              <a:t>Lecture </a:t>
            </a:r>
            <a:r>
              <a:rPr sz="3000" baseline="-4166" dirty="0">
                <a:solidFill>
                  <a:srgbClr val="FFFFFF"/>
                </a:solidFill>
                <a:latin typeface="Arial MT"/>
                <a:cs typeface="Arial MT"/>
              </a:rPr>
              <a:t>6</a:t>
            </a:r>
            <a:r>
              <a:rPr sz="3000" spc="-7" baseline="-4166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000" baseline="-4166" dirty="0">
                <a:solidFill>
                  <a:srgbClr val="FFFFFF"/>
                </a:solidFill>
                <a:latin typeface="Arial MT"/>
                <a:cs typeface="Arial MT"/>
              </a:rPr>
              <a:t>-	</a:t>
            </a:r>
            <a:r>
              <a:rPr sz="3000" spc="-7" baseline="-4166" dirty="0">
                <a:solidFill>
                  <a:srgbClr val="FFFFFF"/>
                </a:solidFill>
                <a:latin typeface="Arial MT"/>
                <a:cs typeface="Arial MT"/>
              </a:rPr>
              <a:t>April</a:t>
            </a:r>
            <a:r>
              <a:rPr sz="3000" spc="-52" baseline="-4166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000" spc="-7" baseline="-4166" dirty="0">
                <a:solidFill>
                  <a:srgbClr val="FFFFFF"/>
                </a:solidFill>
                <a:latin typeface="Arial MT"/>
                <a:cs typeface="Arial MT"/>
              </a:rPr>
              <a:t>20,</a:t>
            </a:r>
            <a:r>
              <a:rPr sz="3000" spc="-37" baseline="-4166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000" spc="-7" baseline="-4166" dirty="0">
                <a:solidFill>
                  <a:srgbClr val="FFFFFF"/>
                </a:solidFill>
                <a:latin typeface="Arial MT"/>
                <a:cs typeface="Arial MT"/>
              </a:rPr>
              <a:t>2017</a:t>
            </a:r>
            <a:endParaRPr sz="3000" baseline="-4166">
              <a:latin typeface="Arial MT"/>
              <a:cs typeface="Arial MT"/>
            </a:endParaRPr>
          </a:p>
        </p:txBody>
      </p:sp>
      <p:sp>
        <p:nvSpPr>
          <p:cNvPr id="20" name="object 20"/>
          <p:cNvSpPr txBox="1">
            <a:spLocks noGrp="1"/>
          </p:cNvSpPr>
          <p:nvPr>
            <p:ph type="sldNum" sz="quarter" idx="7"/>
          </p:nvPr>
        </p:nvSpPr>
        <p:spPr>
          <a:xfrm>
            <a:off x="6583680" y="8092440"/>
            <a:ext cx="2103120" cy="3077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80"/>
              </a:lnSpc>
            </a:pPr>
            <a:r>
              <a:rPr sz="3000" spc="-7" baseline="1388" dirty="0"/>
              <a:t>Lecture</a:t>
            </a:r>
            <a:r>
              <a:rPr sz="3000" spc="-52" baseline="1388" dirty="0"/>
              <a:t> </a:t>
            </a:r>
            <a:r>
              <a:rPr sz="3000" baseline="1388" dirty="0"/>
              <a:t>6</a:t>
            </a:r>
            <a:r>
              <a:rPr sz="3000" spc="-52" baseline="1388" dirty="0"/>
              <a:t> </a:t>
            </a:r>
            <a:r>
              <a:rPr sz="3000" baseline="1388" dirty="0"/>
              <a:t>-</a:t>
            </a:r>
            <a:r>
              <a:rPr sz="3000" spc="-172" baseline="1388" dirty="0"/>
              <a:t> </a:t>
            </a:r>
            <a:fld id="{81D60167-4931-47E6-BA6A-407CBD079E47}" type="slidenum">
              <a:rPr sz="2000" dirty="0"/>
              <a:pPr marL="12700">
                <a:lnSpc>
                  <a:spcPts val="2380"/>
                </a:lnSpc>
              </a:pPr>
              <a:t>22</a:t>
            </a:fld>
            <a:endParaRPr sz="2000"/>
          </a:p>
        </p:txBody>
      </p:sp>
      <p:sp>
        <p:nvSpPr>
          <p:cNvPr id="21" name="object 21"/>
          <p:cNvSpPr txBox="1">
            <a:spLocks noGrp="1"/>
          </p:cNvSpPr>
          <p:nvPr>
            <p:ph type="ftr" sz="quarter" idx="5"/>
          </p:nvPr>
        </p:nvSpPr>
        <p:spPr>
          <a:xfrm>
            <a:off x="7358634" y="8354235"/>
            <a:ext cx="1706245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spc="-5" dirty="0"/>
              <a:t>April</a:t>
            </a:r>
            <a:r>
              <a:rPr spc="-50" dirty="0"/>
              <a:t> </a:t>
            </a:r>
            <a:r>
              <a:rPr spc="-5" dirty="0"/>
              <a:t>20,</a:t>
            </a:r>
            <a:r>
              <a:rPr spc="-45" dirty="0"/>
              <a:t> </a:t>
            </a:r>
            <a:r>
              <a:rPr spc="-5" dirty="0"/>
              <a:t>2017</a:t>
            </a:r>
          </a:p>
        </p:txBody>
      </p:sp>
      <p:sp>
        <p:nvSpPr>
          <p:cNvPr id="22" name="object 22"/>
          <p:cNvSpPr txBox="1">
            <a:spLocks noGrp="1"/>
          </p:cNvSpPr>
          <p:nvPr>
            <p:ph type="dt" sz="half" idx="6"/>
          </p:nvPr>
        </p:nvSpPr>
        <p:spPr>
          <a:xfrm>
            <a:off x="457200" y="8092440"/>
            <a:ext cx="2103120" cy="8079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spc="-5" dirty="0"/>
              <a:t>Fei-Fei</a:t>
            </a:r>
            <a:r>
              <a:rPr spc="-20" dirty="0"/>
              <a:t> </a:t>
            </a:r>
            <a:r>
              <a:rPr spc="-5" dirty="0"/>
              <a:t>Li</a:t>
            </a:r>
            <a:r>
              <a:rPr spc="-15" dirty="0"/>
              <a:t> </a:t>
            </a:r>
            <a:r>
              <a:rPr dirty="0"/>
              <a:t>&amp;</a:t>
            </a:r>
            <a:r>
              <a:rPr spc="-20" dirty="0"/>
              <a:t> </a:t>
            </a:r>
            <a:r>
              <a:rPr dirty="0"/>
              <a:t>Justin</a:t>
            </a:r>
            <a:r>
              <a:rPr spc="-20" dirty="0"/>
              <a:t> </a:t>
            </a:r>
            <a:r>
              <a:rPr dirty="0"/>
              <a:t>Johnson</a:t>
            </a:r>
            <a:r>
              <a:rPr spc="-15" dirty="0"/>
              <a:t> </a:t>
            </a:r>
            <a:r>
              <a:rPr dirty="0"/>
              <a:t>&amp;</a:t>
            </a:r>
            <a:r>
              <a:rPr spc="-20" dirty="0"/>
              <a:t> </a:t>
            </a:r>
            <a:r>
              <a:rPr spc="-5" dirty="0"/>
              <a:t>Serena</a:t>
            </a:r>
            <a:r>
              <a:rPr spc="-25" dirty="0"/>
              <a:t> </a:t>
            </a:r>
            <a:r>
              <a:rPr spc="-5" dirty="0"/>
              <a:t>Yeung</a:t>
            </a:r>
          </a:p>
        </p:txBody>
      </p:sp>
      <p:sp>
        <p:nvSpPr>
          <p:cNvPr id="23" name="object 17"/>
          <p:cNvSpPr txBox="1">
            <a:spLocks/>
          </p:cNvSpPr>
          <p:nvPr/>
        </p:nvSpPr>
        <p:spPr>
          <a:xfrm>
            <a:off x="23611" y="6528047"/>
            <a:ext cx="4514850" cy="26828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</a:lstStyle>
          <a:p>
            <a:pPr marL="12700">
              <a:lnSpc>
                <a:spcPts val="2090"/>
              </a:lnSpc>
            </a:pPr>
            <a:r>
              <a:rPr lang="en-IN" sz="1000" spc="-5"/>
              <a:t>Fei-Fei</a:t>
            </a:r>
            <a:r>
              <a:rPr lang="en-IN" sz="1000" spc="-20"/>
              <a:t> </a:t>
            </a:r>
            <a:r>
              <a:rPr lang="en-IN" sz="1000" spc="-5"/>
              <a:t>Li</a:t>
            </a:r>
            <a:r>
              <a:rPr lang="en-IN" sz="1000" spc="-15"/>
              <a:t> </a:t>
            </a:r>
            <a:r>
              <a:rPr lang="en-IN" sz="1000"/>
              <a:t>&amp;</a:t>
            </a:r>
            <a:r>
              <a:rPr lang="en-IN" sz="1000" spc="-20"/>
              <a:t> </a:t>
            </a:r>
            <a:r>
              <a:rPr lang="en-IN" sz="1000"/>
              <a:t>Justin</a:t>
            </a:r>
            <a:r>
              <a:rPr lang="en-IN" sz="1000" spc="-20"/>
              <a:t> </a:t>
            </a:r>
            <a:r>
              <a:rPr lang="en-IN" sz="1000"/>
              <a:t>Johnson</a:t>
            </a:r>
            <a:r>
              <a:rPr lang="en-IN" sz="1000" spc="-15"/>
              <a:t> </a:t>
            </a:r>
            <a:r>
              <a:rPr lang="en-IN" sz="1000"/>
              <a:t>&amp;</a:t>
            </a:r>
            <a:r>
              <a:rPr lang="en-IN" sz="1000" spc="-20"/>
              <a:t> </a:t>
            </a:r>
            <a:r>
              <a:rPr lang="en-IN" sz="1000" spc="-5"/>
              <a:t>Serena</a:t>
            </a:r>
            <a:r>
              <a:rPr lang="en-IN" sz="1000" spc="-25"/>
              <a:t> </a:t>
            </a:r>
            <a:r>
              <a:rPr lang="en-IN" sz="1000" spc="-5"/>
              <a:t>Yeung</a:t>
            </a:r>
            <a:endParaRPr lang="en-IN" sz="1000" spc="-5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25" name="Ink 24"/>
              <p14:cNvContentPartPr/>
              <p14:nvPr/>
            </p14:nvContentPartPr>
            <p14:xfrm>
              <a:off x="487080" y="4109040"/>
              <a:ext cx="77760" cy="20160"/>
            </p14:xfrm>
          </p:contentPart>
        </mc:Choice>
        <mc:Fallback xmlns="">
          <p:pic>
            <p:nvPicPr>
              <p:cNvPr id="25" name="Ink 24"/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480600" y="4101480"/>
                <a:ext cx="90000" cy="342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27388547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0"/>
          </p:nvPr>
        </p:nvPicPr>
        <p:blipFill>
          <a:blip r:embed="rId3"/>
          <a:stretch>
            <a:fillRect/>
          </a:stretch>
        </p:blipFill>
        <p:spPr>
          <a:xfrm>
            <a:off x="609600" y="2286000"/>
            <a:ext cx="8150130" cy="2935054"/>
          </a:xfrm>
          <a:prstGeom prst="rect">
            <a:avLst/>
          </a:prstGeom>
        </p:spPr>
      </p:pic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pc="-10" dirty="0">
                <a:solidFill>
                  <a:srgbClr val="000000"/>
                </a:solidFill>
              </a:rPr>
              <a:t>Activation</a:t>
            </a:r>
            <a:r>
              <a:rPr lang="en-IN" spc="-95" dirty="0">
                <a:solidFill>
                  <a:srgbClr val="000000"/>
                </a:solidFill>
              </a:rPr>
              <a:t> </a:t>
            </a:r>
            <a:r>
              <a:rPr lang="en-IN" spc="-5" dirty="0">
                <a:solidFill>
                  <a:srgbClr val="000000"/>
                </a:solidFill>
              </a:rPr>
              <a:t>Functions: Summary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4385170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Content Placeholder 14"/>
          <p:cNvSpPr>
            <a:spLocks noGrp="1"/>
          </p:cNvSpPr>
          <p:nvPr>
            <p:ph idx="10"/>
          </p:nvPr>
        </p:nvSpPr>
        <p:spPr>
          <a:xfrm>
            <a:off x="2146" y="1295401"/>
            <a:ext cx="8610600" cy="4525963"/>
          </a:xfrm>
        </p:spPr>
        <p:txBody>
          <a:bodyPr>
            <a:normAutofit/>
          </a:bodyPr>
          <a:lstStyle/>
          <a:p>
            <a:pPr marL="313781" indent="-302575">
              <a:spcBef>
                <a:spcPts val="552"/>
              </a:spcBef>
              <a:buFont typeface="Arial"/>
              <a:buChar char="•"/>
              <a:tabLst>
                <a:tab pos="313221" algn="l"/>
                <a:tab pos="313781" algn="l"/>
              </a:tabLst>
            </a:pPr>
            <a:r>
              <a:rPr lang="en-US" sz="2000" spc="-26" dirty="0">
                <a:solidFill>
                  <a:prstClr val="black"/>
                </a:solidFill>
                <a:cs typeface="Calibri"/>
              </a:rPr>
              <a:t>Vectors </a:t>
            </a:r>
            <a:r>
              <a:rPr lang="en-US" sz="2000" dirty="0">
                <a:solidFill>
                  <a:prstClr val="black"/>
                </a:solidFill>
                <a:cs typeface="Calibri"/>
              </a:rPr>
              <a:t>of</a:t>
            </a:r>
            <a:r>
              <a:rPr lang="en-US" sz="2000" spc="40" dirty="0">
                <a:solidFill>
                  <a:prstClr val="black"/>
                </a:solidFill>
                <a:cs typeface="Calibri"/>
              </a:rPr>
              <a:t> </a:t>
            </a:r>
            <a:r>
              <a:rPr lang="en-US" sz="2000" spc="-13" dirty="0">
                <a:solidFill>
                  <a:prstClr val="black"/>
                </a:solidFill>
                <a:cs typeface="Calibri"/>
              </a:rPr>
              <a:t>numbers</a:t>
            </a:r>
            <a:endParaRPr lang="en-US" sz="2000" dirty="0">
              <a:solidFill>
                <a:prstClr val="black"/>
              </a:solidFill>
              <a:cs typeface="Calibri"/>
            </a:endParaRPr>
          </a:p>
          <a:p>
            <a:pPr marL="667346" lvl="1" indent="-253266">
              <a:spcBef>
                <a:spcPts val="432"/>
              </a:spcBef>
              <a:buFont typeface="Arial"/>
              <a:buChar char="–"/>
              <a:tabLst>
                <a:tab pos="667346" algn="l"/>
                <a:tab pos="667906" algn="l"/>
              </a:tabLst>
            </a:pPr>
            <a:r>
              <a:rPr lang="en-US" sz="2000" spc="-4" dirty="0">
                <a:solidFill>
                  <a:prstClr val="black"/>
                </a:solidFill>
                <a:cs typeface="Calibri"/>
              </a:rPr>
              <a:t>(or </a:t>
            </a:r>
            <a:r>
              <a:rPr lang="en-US" sz="2000" spc="-13" dirty="0">
                <a:solidFill>
                  <a:prstClr val="black"/>
                </a:solidFill>
                <a:cs typeface="Calibri"/>
              </a:rPr>
              <a:t>may even </a:t>
            </a:r>
            <a:r>
              <a:rPr lang="en-US" sz="2000" dirty="0">
                <a:solidFill>
                  <a:prstClr val="black"/>
                </a:solidFill>
                <a:cs typeface="Calibri"/>
              </a:rPr>
              <a:t>be </a:t>
            </a:r>
            <a:r>
              <a:rPr lang="en-US" sz="2000" spc="-9" dirty="0">
                <a:solidFill>
                  <a:prstClr val="black"/>
                </a:solidFill>
                <a:cs typeface="Calibri"/>
              </a:rPr>
              <a:t>just </a:t>
            </a:r>
            <a:r>
              <a:rPr lang="en-US" sz="2000" dirty="0">
                <a:solidFill>
                  <a:prstClr val="black"/>
                </a:solidFill>
                <a:cs typeface="Calibri"/>
              </a:rPr>
              <a:t>a </a:t>
            </a:r>
            <a:r>
              <a:rPr lang="en-US" sz="2000" spc="-26" dirty="0">
                <a:solidFill>
                  <a:prstClr val="black"/>
                </a:solidFill>
                <a:cs typeface="Calibri"/>
              </a:rPr>
              <a:t>scalar, </a:t>
            </a:r>
            <a:r>
              <a:rPr lang="en-US" sz="2000" dirty="0">
                <a:solidFill>
                  <a:prstClr val="black"/>
                </a:solidFill>
                <a:cs typeface="Calibri"/>
              </a:rPr>
              <a:t>if input </a:t>
            </a:r>
            <a:r>
              <a:rPr lang="en-US" sz="2000" spc="-13" dirty="0">
                <a:solidFill>
                  <a:prstClr val="black"/>
                </a:solidFill>
                <a:cs typeface="Calibri"/>
              </a:rPr>
              <a:t>layer </a:t>
            </a:r>
            <a:r>
              <a:rPr lang="en-US" sz="2000" dirty="0">
                <a:solidFill>
                  <a:prstClr val="black"/>
                </a:solidFill>
                <a:cs typeface="Calibri"/>
              </a:rPr>
              <a:t>is of </a:t>
            </a:r>
            <a:r>
              <a:rPr lang="en-US" sz="2000" spc="-13" dirty="0">
                <a:solidFill>
                  <a:prstClr val="black"/>
                </a:solidFill>
                <a:cs typeface="Calibri"/>
              </a:rPr>
              <a:t>size</a:t>
            </a:r>
            <a:r>
              <a:rPr lang="en-US" sz="2000" spc="53" dirty="0">
                <a:solidFill>
                  <a:prstClr val="black"/>
                </a:solidFill>
                <a:cs typeface="Calibri"/>
              </a:rPr>
              <a:t> </a:t>
            </a:r>
            <a:r>
              <a:rPr lang="en-US" sz="2000" dirty="0">
                <a:solidFill>
                  <a:prstClr val="black"/>
                </a:solidFill>
                <a:cs typeface="Calibri"/>
              </a:rPr>
              <a:t>1)</a:t>
            </a:r>
          </a:p>
          <a:p>
            <a:pPr marL="667346" lvl="1" indent="-253266">
              <a:spcBef>
                <a:spcPts val="424"/>
              </a:spcBef>
              <a:buFont typeface="Arial"/>
              <a:buChar char="–"/>
              <a:tabLst>
                <a:tab pos="667346" algn="l"/>
                <a:tab pos="667906" algn="l"/>
              </a:tabLst>
            </a:pPr>
            <a:r>
              <a:rPr lang="en-US" sz="2000" spc="4" dirty="0">
                <a:solidFill>
                  <a:prstClr val="black"/>
                </a:solidFill>
                <a:cs typeface="Calibri"/>
              </a:rPr>
              <a:t>E.g. </a:t>
            </a:r>
            <a:r>
              <a:rPr lang="en-US" sz="2000" spc="-9" dirty="0">
                <a:solidFill>
                  <a:prstClr val="black"/>
                </a:solidFill>
                <a:cs typeface="Calibri"/>
              </a:rPr>
              <a:t>vector </a:t>
            </a:r>
            <a:r>
              <a:rPr lang="en-US" sz="2000" dirty="0">
                <a:solidFill>
                  <a:prstClr val="black"/>
                </a:solidFill>
                <a:cs typeface="Calibri"/>
              </a:rPr>
              <a:t>of </a:t>
            </a:r>
            <a:r>
              <a:rPr lang="en-US" sz="2000" spc="-13" dirty="0">
                <a:solidFill>
                  <a:prstClr val="black"/>
                </a:solidFill>
                <a:cs typeface="Calibri"/>
              </a:rPr>
              <a:t>pixel</a:t>
            </a:r>
            <a:r>
              <a:rPr lang="en-US" sz="2000" spc="-62" dirty="0">
                <a:solidFill>
                  <a:prstClr val="black"/>
                </a:solidFill>
                <a:cs typeface="Calibri"/>
              </a:rPr>
              <a:t> </a:t>
            </a:r>
            <a:r>
              <a:rPr lang="en-US" sz="2000" spc="-4" dirty="0">
                <a:solidFill>
                  <a:prstClr val="black"/>
                </a:solidFill>
                <a:cs typeface="Calibri"/>
              </a:rPr>
              <a:t>values</a:t>
            </a:r>
            <a:endParaRPr lang="en-US" sz="2000" dirty="0">
              <a:solidFill>
                <a:prstClr val="black"/>
              </a:solidFill>
              <a:cs typeface="Calibri"/>
            </a:endParaRPr>
          </a:p>
          <a:p>
            <a:pPr marL="667346" lvl="1" indent="-253266">
              <a:spcBef>
                <a:spcPts val="424"/>
              </a:spcBef>
              <a:buFont typeface="Arial"/>
              <a:buChar char="–"/>
              <a:tabLst>
                <a:tab pos="667346" algn="l"/>
                <a:tab pos="667906" algn="l"/>
              </a:tabLst>
            </a:pPr>
            <a:r>
              <a:rPr lang="en-US" sz="2000" spc="4" dirty="0">
                <a:solidFill>
                  <a:prstClr val="black"/>
                </a:solidFill>
                <a:cs typeface="Calibri"/>
              </a:rPr>
              <a:t>E.g. </a:t>
            </a:r>
            <a:r>
              <a:rPr lang="en-US" sz="2000" spc="-9" dirty="0">
                <a:solidFill>
                  <a:prstClr val="black"/>
                </a:solidFill>
                <a:cs typeface="Calibri"/>
              </a:rPr>
              <a:t>vector </a:t>
            </a:r>
            <a:r>
              <a:rPr lang="en-US" sz="2000" dirty="0">
                <a:solidFill>
                  <a:prstClr val="black"/>
                </a:solidFill>
                <a:cs typeface="Calibri"/>
              </a:rPr>
              <a:t>of speech</a:t>
            </a:r>
            <a:r>
              <a:rPr lang="en-US" sz="2000" spc="-53" dirty="0">
                <a:solidFill>
                  <a:prstClr val="black"/>
                </a:solidFill>
                <a:cs typeface="Calibri"/>
              </a:rPr>
              <a:t> </a:t>
            </a:r>
            <a:r>
              <a:rPr lang="en-US" sz="2000" spc="-13" dirty="0">
                <a:solidFill>
                  <a:prstClr val="black"/>
                </a:solidFill>
                <a:cs typeface="Calibri"/>
              </a:rPr>
              <a:t>features</a:t>
            </a:r>
            <a:endParaRPr lang="en-US" sz="2000" dirty="0">
              <a:solidFill>
                <a:prstClr val="black"/>
              </a:solidFill>
              <a:cs typeface="Calibri"/>
            </a:endParaRPr>
          </a:p>
          <a:p>
            <a:pPr marL="667346" lvl="1" indent="-253266">
              <a:spcBef>
                <a:spcPts val="424"/>
              </a:spcBef>
              <a:buFont typeface="Arial"/>
              <a:buChar char="–"/>
              <a:tabLst>
                <a:tab pos="667346" algn="l"/>
                <a:tab pos="667906" algn="l"/>
              </a:tabLst>
            </a:pPr>
            <a:r>
              <a:rPr lang="en-US" sz="2000" spc="4" dirty="0">
                <a:solidFill>
                  <a:prstClr val="black"/>
                </a:solidFill>
                <a:cs typeface="Calibri"/>
              </a:rPr>
              <a:t>E.g. </a:t>
            </a:r>
            <a:r>
              <a:rPr lang="en-US" sz="2000" spc="-9" dirty="0">
                <a:solidFill>
                  <a:prstClr val="black"/>
                </a:solidFill>
                <a:cs typeface="Calibri"/>
              </a:rPr>
              <a:t>real-valued vector representing</a:t>
            </a:r>
            <a:r>
              <a:rPr lang="en-US" sz="2000" dirty="0">
                <a:solidFill>
                  <a:prstClr val="black"/>
                </a:solidFill>
                <a:cs typeface="Calibri"/>
              </a:rPr>
              <a:t> </a:t>
            </a:r>
            <a:r>
              <a:rPr lang="en-US" sz="2000" spc="-18" dirty="0">
                <a:solidFill>
                  <a:prstClr val="black"/>
                </a:solidFill>
                <a:cs typeface="Calibri"/>
              </a:rPr>
              <a:t>text</a:t>
            </a:r>
            <a:endParaRPr lang="en-US" sz="2000" dirty="0">
              <a:solidFill>
                <a:prstClr val="black"/>
              </a:solidFill>
              <a:cs typeface="Calibri"/>
            </a:endParaRPr>
          </a:p>
          <a:p>
            <a:pPr marL="667346" lvl="1" indent="-253266">
              <a:spcBef>
                <a:spcPts val="405"/>
              </a:spcBef>
              <a:buFont typeface="Arial"/>
              <a:buChar char="–"/>
              <a:tabLst>
                <a:tab pos="667346" algn="l"/>
                <a:tab pos="667906" algn="l"/>
              </a:tabLst>
            </a:pPr>
            <a:r>
              <a:rPr lang="en-US" sz="2000" spc="-4" dirty="0">
                <a:solidFill>
                  <a:prstClr val="black"/>
                </a:solidFill>
                <a:cs typeface="Calibri"/>
              </a:rPr>
              <a:t>Other </a:t>
            </a:r>
            <a:r>
              <a:rPr lang="en-US" sz="2000" spc="-9" dirty="0">
                <a:solidFill>
                  <a:prstClr val="black"/>
                </a:solidFill>
                <a:cs typeface="Calibri"/>
              </a:rPr>
              <a:t>real valued</a:t>
            </a:r>
            <a:r>
              <a:rPr lang="en-US" sz="2000" spc="18" dirty="0">
                <a:solidFill>
                  <a:prstClr val="black"/>
                </a:solidFill>
                <a:cs typeface="Calibri"/>
              </a:rPr>
              <a:t> </a:t>
            </a:r>
            <a:r>
              <a:rPr lang="en-US" sz="2000" spc="-13" dirty="0">
                <a:solidFill>
                  <a:prstClr val="black"/>
                </a:solidFill>
                <a:cs typeface="Calibri"/>
              </a:rPr>
              <a:t>vectors</a:t>
            </a:r>
            <a:endParaRPr lang="en-US" sz="2000" dirty="0">
              <a:solidFill>
                <a:prstClr val="black"/>
              </a:solidFill>
              <a:cs typeface="Calibri"/>
            </a:endParaRPr>
          </a:p>
          <a:p>
            <a:endParaRPr lang="en-IN" sz="2000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1307" y="-24806"/>
            <a:ext cx="8160907" cy="1219200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3883" spc="-18" dirty="0"/>
              <a:t>Representing </a:t>
            </a:r>
            <a:r>
              <a:rPr sz="3883" spc="-4" dirty="0"/>
              <a:t>the</a:t>
            </a:r>
            <a:r>
              <a:rPr sz="3883" spc="-13" dirty="0"/>
              <a:t> </a:t>
            </a:r>
            <a:r>
              <a:rPr sz="3883" dirty="0"/>
              <a:t>input</a:t>
            </a:r>
            <a:endParaRPr sz="3883"/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63299" y="3558382"/>
            <a:ext cx="4746357" cy="266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80199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Content Placeholder 15"/>
          <p:cNvSpPr>
            <a:spLocks noGrp="1"/>
          </p:cNvSpPr>
          <p:nvPr>
            <p:ph idx="10"/>
          </p:nvPr>
        </p:nvSpPr>
        <p:spPr>
          <a:xfrm>
            <a:off x="228600" y="3801970"/>
            <a:ext cx="8610600" cy="2269217"/>
          </a:xfrm>
        </p:spPr>
        <p:txBody>
          <a:bodyPr>
            <a:normAutofit/>
          </a:bodyPr>
          <a:lstStyle/>
          <a:p>
            <a:pPr marL="336194" indent="-302575">
              <a:spcBef>
                <a:spcPts val="552"/>
              </a:spcBef>
              <a:buFont typeface="Arial"/>
              <a:buChar char="•"/>
              <a:tabLst>
                <a:tab pos="335634" algn="l"/>
                <a:tab pos="336194" algn="l"/>
              </a:tabLst>
            </a:pPr>
            <a:r>
              <a:rPr lang="en-US" sz="2000" spc="-4" dirty="0">
                <a:solidFill>
                  <a:prstClr val="black"/>
                </a:solidFill>
                <a:cs typeface="Calibri"/>
              </a:rPr>
              <a:t>If the </a:t>
            </a:r>
            <a:r>
              <a:rPr lang="en-US" sz="2000" spc="-9" dirty="0">
                <a:solidFill>
                  <a:prstClr val="black"/>
                </a:solidFill>
                <a:cs typeface="Calibri"/>
              </a:rPr>
              <a:t>desired </a:t>
            </a:r>
            <a:r>
              <a:rPr lang="en-US" sz="2000" i="1" spc="-4" dirty="0">
                <a:solidFill>
                  <a:prstClr val="black"/>
                </a:solidFill>
                <a:cs typeface="Calibri"/>
              </a:rPr>
              <a:t>output </a:t>
            </a:r>
            <a:r>
              <a:rPr lang="en-US" sz="2000" spc="-4" dirty="0">
                <a:solidFill>
                  <a:prstClr val="black"/>
                </a:solidFill>
                <a:cs typeface="Calibri"/>
              </a:rPr>
              <a:t>is </a:t>
            </a:r>
            <a:r>
              <a:rPr lang="en-US" sz="2000" spc="-9" dirty="0">
                <a:solidFill>
                  <a:prstClr val="black"/>
                </a:solidFill>
                <a:cs typeface="Calibri"/>
              </a:rPr>
              <a:t>real-valued, </a:t>
            </a:r>
            <a:r>
              <a:rPr lang="en-US" sz="2000" dirty="0">
                <a:solidFill>
                  <a:prstClr val="black"/>
                </a:solidFill>
                <a:cs typeface="Calibri"/>
              </a:rPr>
              <a:t>no </a:t>
            </a:r>
            <a:r>
              <a:rPr lang="en-US" sz="2000" spc="-9" dirty="0">
                <a:solidFill>
                  <a:prstClr val="black"/>
                </a:solidFill>
                <a:cs typeface="Calibri"/>
              </a:rPr>
              <a:t>special </a:t>
            </a:r>
            <a:r>
              <a:rPr lang="en-US" sz="2000" spc="-13" dirty="0">
                <a:solidFill>
                  <a:prstClr val="black"/>
                </a:solidFill>
                <a:cs typeface="Calibri"/>
              </a:rPr>
              <a:t>tricks </a:t>
            </a:r>
            <a:r>
              <a:rPr lang="en-US" sz="2000" spc="-9" dirty="0">
                <a:solidFill>
                  <a:prstClr val="black"/>
                </a:solidFill>
                <a:cs typeface="Calibri"/>
              </a:rPr>
              <a:t>are</a:t>
            </a:r>
            <a:r>
              <a:rPr lang="en-US" sz="2000" spc="110" dirty="0">
                <a:solidFill>
                  <a:prstClr val="black"/>
                </a:solidFill>
                <a:cs typeface="Calibri"/>
              </a:rPr>
              <a:t> </a:t>
            </a:r>
            <a:r>
              <a:rPr lang="en-US" sz="2000" spc="-4" dirty="0">
                <a:solidFill>
                  <a:prstClr val="black"/>
                </a:solidFill>
                <a:cs typeface="Calibri"/>
              </a:rPr>
              <a:t>necessary</a:t>
            </a:r>
            <a:endParaRPr lang="en-US" sz="2000" dirty="0">
              <a:solidFill>
                <a:prstClr val="black"/>
              </a:solidFill>
              <a:cs typeface="Calibri"/>
            </a:endParaRPr>
          </a:p>
          <a:p>
            <a:pPr marL="689759" lvl="1" indent="-253266">
              <a:spcBef>
                <a:spcPts val="432"/>
              </a:spcBef>
              <a:buFont typeface="Arial"/>
              <a:buChar char="–"/>
              <a:tabLst>
                <a:tab pos="689759" algn="l"/>
                <a:tab pos="690319" algn="l"/>
              </a:tabLst>
            </a:pPr>
            <a:r>
              <a:rPr lang="en-US" sz="2000" spc="-4" dirty="0">
                <a:solidFill>
                  <a:prstClr val="black"/>
                </a:solidFill>
                <a:cs typeface="Calibri"/>
              </a:rPr>
              <a:t>Scalar </a:t>
            </a:r>
            <a:r>
              <a:rPr lang="en-US" sz="2000" dirty="0">
                <a:solidFill>
                  <a:prstClr val="black"/>
                </a:solidFill>
                <a:cs typeface="Calibri"/>
              </a:rPr>
              <a:t>Output : </a:t>
            </a:r>
            <a:r>
              <a:rPr lang="en-US" sz="2000" spc="-4" dirty="0">
                <a:solidFill>
                  <a:prstClr val="black"/>
                </a:solidFill>
                <a:cs typeface="Calibri"/>
              </a:rPr>
              <a:t>single </a:t>
            </a:r>
            <a:r>
              <a:rPr lang="en-US" sz="2000" dirty="0">
                <a:solidFill>
                  <a:prstClr val="black"/>
                </a:solidFill>
                <a:cs typeface="Calibri"/>
              </a:rPr>
              <a:t>output</a:t>
            </a:r>
            <a:r>
              <a:rPr lang="en-US" sz="2000" spc="-31" dirty="0">
                <a:solidFill>
                  <a:prstClr val="black"/>
                </a:solidFill>
                <a:cs typeface="Calibri"/>
              </a:rPr>
              <a:t> </a:t>
            </a:r>
            <a:r>
              <a:rPr lang="en-US" sz="2000" spc="-9" dirty="0">
                <a:solidFill>
                  <a:prstClr val="black"/>
                </a:solidFill>
                <a:cs typeface="Calibri"/>
              </a:rPr>
              <a:t>neuron</a:t>
            </a:r>
            <a:endParaRPr lang="en-US" sz="2000" dirty="0">
              <a:solidFill>
                <a:prstClr val="black"/>
              </a:solidFill>
              <a:cs typeface="Calibri"/>
            </a:endParaRPr>
          </a:p>
          <a:p>
            <a:pPr marL="1129613" lvl="2" indent="-290248">
              <a:spcBef>
                <a:spcPts val="379"/>
              </a:spcBef>
              <a:buFont typeface="Arial"/>
              <a:buChar char="•"/>
              <a:tabLst>
                <a:tab pos="1129053" algn="l"/>
                <a:tab pos="1130174" algn="l"/>
              </a:tabLst>
            </a:pPr>
            <a:r>
              <a:rPr lang="en-US" sz="2000" dirty="0">
                <a:solidFill>
                  <a:prstClr val="black"/>
                </a:solidFill>
                <a:cs typeface="Calibri"/>
              </a:rPr>
              <a:t>d = </a:t>
            </a:r>
            <a:r>
              <a:rPr lang="en-US" sz="2000" spc="-4" dirty="0">
                <a:solidFill>
                  <a:prstClr val="black"/>
                </a:solidFill>
                <a:cs typeface="Calibri"/>
              </a:rPr>
              <a:t>scalar (real</a:t>
            </a:r>
            <a:r>
              <a:rPr lang="en-US" sz="2000" spc="-62" dirty="0">
                <a:solidFill>
                  <a:prstClr val="black"/>
                </a:solidFill>
                <a:cs typeface="Calibri"/>
              </a:rPr>
              <a:t> </a:t>
            </a:r>
            <a:r>
              <a:rPr lang="en-US" sz="2000" spc="-4" dirty="0">
                <a:solidFill>
                  <a:prstClr val="black"/>
                </a:solidFill>
                <a:cs typeface="Calibri"/>
              </a:rPr>
              <a:t>value)</a:t>
            </a:r>
            <a:endParaRPr lang="en-US" sz="2000" dirty="0">
              <a:solidFill>
                <a:prstClr val="black"/>
              </a:solidFill>
              <a:cs typeface="Calibri"/>
            </a:endParaRPr>
          </a:p>
          <a:p>
            <a:pPr marL="689759" marR="369254" lvl="1" indent="-253266">
              <a:spcBef>
                <a:spcPts val="405"/>
              </a:spcBef>
              <a:buFont typeface="Arial"/>
              <a:buChar char="–"/>
              <a:tabLst>
                <a:tab pos="689759" algn="l"/>
                <a:tab pos="690319" algn="l"/>
              </a:tabLst>
            </a:pPr>
            <a:r>
              <a:rPr lang="en-US" sz="2000" spc="-18" dirty="0">
                <a:solidFill>
                  <a:prstClr val="black"/>
                </a:solidFill>
                <a:cs typeface="Calibri"/>
              </a:rPr>
              <a:t>Vector </a:t>
            </a:r>
            <a:r>
              <a:rPr lang="en-US" sz="2000" dirty="0">
                <a:solidFill>
                  <a:prstClr val="black"/>
                </a:solidFill>
                <a:cs typeface="Calibri"/>
              </a:rPr>
              <a:t>Output : as </a:t>
            </a:r>
            <a:r>
              <a:rPr lang="en-US" sz="2000" spc="-13" dirty="0">
                <a:solidFill>
                  <a:prstClr val="black"/>
                </a:solidFill>
                <a:cs typeface="Calibri"/>
              </a:rPr>
              <a:t>many </a:t>
            </a:r>
            <a:r>
              <a:rPr lang="en-US" sz="2000" dirty="0">
                <a:solidFill>
                  <a:prstClr val="black"/>
                </a:solidFill>
                <a:cs typeface="Calibri"/>
              </a:rPr>
              <a:t>output </a:t>
            </a:r>
            <a:r>
              <a:rPr lang="en-US" sz="2000" spc="-4" dirty="0">
                <a:solidFill>
                  <a:prstClr val="black"/>
                </a:solidFill>
                <a:cs typeface="Calibri"/>
              </a:rPr>
              <a:t>neurons </a:t>
            </a:r>
            <a:r>
              <a:rPr lang="en-US" sz="2000" dirty="0">
                <a:solidFill>
                  <a:prstClr val="black"/>
                </a:solidFill>
                <a:cs typeface="Calibri"/>
              </a:rPr>
              <a:t>as the </a:t>
            </a:r>
            <a:r>
              <a:rPr lang="en-US" sz="2000" spc="-4" dirty="0">
                <a:solidFill>
                  <a:prstClr val="black"/>
                </a:solidFill>
                <a:cs typeface="Calibri"/>
              </a:rPr>
              <a:t>dimension </a:t>
            </a:r>
            <a:r>
              <a:rPr lang="en-US" sz="2000" dirty="0">
                <a:solidFill>
                  <a:prstClr val="black"/>
                </a:solidFill>
                <a:cs typeface="Calibri"/>
              </a:rPr>
              <a:t>of the  </a:t>
            </a:r>
            <a:r>
              <a:rPr lang="en-US" sz="2000" spc="-9" dirty="0">
                <a:solidFill>
                  <a:prstClr val="black"/>
                </a:solidFill>
                <a:cs typeface="Calibri"/>
              </a:rPr>
              <a:t>desired</a:t>
            </a:r>
            <a:r>
              <a:rPr lang="en-US" sz="2000" spc="9" dirty="0">
                <a:solidFill>
                  <a:prstClr val="black"/>
                </a:solidFill>
                <a:cs typeface="Calibri"/>
              </a:rPr>
              <a:t> </a:t>
            </a:r>
            <a:r>
              <a:rPr lang="en-US" sz="2000" dirty="0">
                <a:solidFill>
                  <a:prstClr val="black"/>
                </a:solidFill>
                <a:cs typeface="Calibri"/>
              </a:rPr>
              <a:t>output</a:t>
            </a:r>
          </a:p>
          <a:p>
            <a:pPr marL="1042203" lvl="2" indent="-202837">
              <a:spcBef>
                <a:spcPts val="379"/>
              </a:spcBef>
              <a:buFont typeface="Arial"/>
              <a:buChar char="•"/>
              <a:tabLst>
                <a:tab pos="1042203" algn="l"/>
                <a:tab pos="1042763" algn="l"/>
              </a:tabLst>
            </a:pPr>
            <a:r>
              <a:rPr lang="en-US" sz="2000" dirty="0">
                <a:solidFill>
                  <a:prstClr val="black"/>
                </a:solidFill>
                <a:cs typeface="Calibri"/>
              </a:rPr>
              <a:t>d = </a:t>
            </a:r>
            <a:r>
              <a:rPr lang="en-US" sz="2000" spc="4" dirty="0">
                <a:solidFill>
                  <a:prstClr val="black"/>
                </a:solidFill>
                <a:cs typeface="Calibri"/>
              </a:rPr>
              <a:t>[d</a:t>
            </a:r>
            <a:r>
              <a:rPr lang="en-US" sz="2000" spc="6" baseline="-20202" dirty="0">
                <a:solidFill>
                  <a:prstClr val="black"/>
                </a:solidFill>
                <a:cs typeface="Calibri"/>
              </a:rPr>
              <a:t>1 </a:t>
            </a:r>
            <a:r>
              <a:rPr lang="en-US" sz="2000" spc="4" dirty="0">
                <a:solidFill>
                  <a:prstClr val="black"/>
                </a:solidFill>
                <a:cs typeface="Calibri"/>
              </a:rPr>
              <a:t>d</a:t>
            </a:r>
            <a:r>
              <a:rPr lang="en-US" sz="2000" spc="6" baseline="-20202" dirty="0">
                <a:solidFill>
                  <a:prstClr val="black"/>
                </a:solidFill>
                <a:cs typeface="Calibri"/>
              </a:rPr>
              <a:t>2 </a:t>
            </a:r>
            <a:r>
              <a:rPr lang="en-US" sz="2000" spc="-4" dirty="0">
                <a:solidFill>
                  <a:prstClr val="black"/>
                </a:solidFill>
                <a:cs typeface="Calibri"/>
              </a:rPr>
              <a:t>.. </a:t>
            </a:r>
            <a:r>
              <a:rPr lang="en-US" sz="2000" spc="4" dirty="0" err="1">
                <a:solidFill>
                  <a:prstClr val="black"/>
                </a:solidFill>
                <a:cs typeface="Calibri"/>
              </a:rPr>
              <a:t>d</a:t>
            </a:r>
            <a:r>
              <a:rPr lang="en-US" sz="2000" spc="6" baseline="-20202" dirty="0" err="1">
                <a:solidFill>
                  <a:prstClr val="black"/>
                </a:solidFill>
                <a:cs typeface="Calibri"/>
              </a:rPr>
              <a:t>L</a:t>
            </a:r>
            <a:r>
              <a:rPr lang="en-US" sz="2000" spc="4" dirty="0">
                <a:solidFill>
                  <a:prstClr val="black"/>
                </a:solidFill>
                <a:cs typeface="Calibri"/>
              </a:rPr>
              <a:t>] </a:t>
            </a:r>
            <a:r>
              <a:rPr lang="en-US" sz="2000" spc="-4" dirty="0">
                <a:solidFill>
                  <a:prstClr val="black"/>
                </a:solidFill>
                <a:cs typeface="Calibri"/>
              </a:rPr>
              <a:t>(vector </a:t>
            </a:r>
            <a:r>
              <a:rPr lang="en-US" sz="2000" dirty="0">
                <a:solidFill>
                  <a:prstClr val="black"/>
                </a:solidFill>
                <a:cs typeface="Calibri"/>
              </a:rPr>
              <a:t>of </a:t>
            </a:r>
            <a:r>
              <a:rPr lang="en-US" sz="2000" spc="-9" dirty="0">
                <a:solidFill>
                  <a:prstClr val="black"/>
                </a:solidFill>
                <a:cs typeface="Calibri"/>
              </a:rPr>
              <a:t>real</a:t>
            </a:r>
            <a:r>
              <a:rPr lang="en-US" sz="2000" spc="159" dirty="0">
                <a:solidFill>
                  <a:prstClr val="black"/>
                </a:solidFill>
                <a:cs typeface="Calibri"/>
              </a:rPr>
              <a:t> </a:t>
            </a:r>
            <a:r>
              <a:rPr lang="en-US" sz="2000" spc="-4" dirty="0">
                <a:solidFill>
                  <a:prstClr val="black"/>
                </a:solidFill>
                <a:cs typeface="Calibri"/>
              </a:rPr>
              <a:t>values)</a:t>
            </a:r>
            <a:endParaRPr lang="en-US" sz="2000" dirty="0">
              <a:solidFill>
                <a:prstClr val="black"/>
              </a:solidFill>
              <a:cs typeface="Calibri"/>
            </a:endParaRPr>
          </a:p>
          <a:p>
            <a:endParaRPr lang="en-IN" sz="2000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3883" spc="-18" dirty="0"/>
              <a:t>Representing </a:t>
            </a:r>
            <a:r>
              <a:rPr sz="3883" spc="-4" dirty="0"/>
              <a:t>the</a:t>
            </a:r>
            <a:r>
              <a:rPr sz="3883" spc="-13" dirty="0"/>
              <a:t> </a:t>
            </a:r>
            <a:r>
              <a:rPr sz="3883" spc="-4" dirty="0">
                <a:solidFill>
                  <a:srgbClr val="BF0000"/>
                </a:solidFill>
              </a:rPr>
              <a:t>output</a:t>
            </a:r>
            <a:endParaRPr sz="3883"/>
          </a:p>
        </p:txBody>
      </p:sp>
      <p:grpSp>
        <p:nvGrpSpPr>
          <p:cNvPr id="18" name="Group 17"/>
          <p:cNvGrpSpPr/>
          <p:nvPr/>
        </p:nvGrpSpPr>
        <p:grpSpPr>
          <a:xfrm>
            <a:off x="228600" y="1451002"/>
            <a:ext cx="4495800" cy="2206598"/>
            <a:chOff x="228600" y="1451002"/>
            <a:chExt cx="3345627" cy="1871830"/>
          </a:xfrm>
        </p:grpSpPr>
        <p:sp>
          <p:nvSpPr>
            <p:cNvPr id="12" name="object 12"/>
            <p:cNvSpPr/>
            <p:nvPr/>
          </p:nvSpPr>
          <p:spPr>
            <a:xfrm>
              <a:off x="228600" y="1451002"/>
              <a:ext cx="3345627" cy="1871830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1588">
                <a:solidFill>
                  <a:prstClr val="black"/>
                </a:solidFill>
              </a:endParaRPr>
            </a:p>
          </p:txBody>
        </p:sp>
        <p:sp>
          <p:nvSpPr>
            <p:cNvPr id="13" name="object 13"/>
            <p:cNvSpPr/>
            <p:nvPr/>
          </p:nvSpPr>
          <p:spPr>
            <a:xfrm>
              <a:off x="2654952" y="2113773"/>
              <a:ext cx="544606" cy="546287"/>
            </a:xfrm>
            <a:custGeom>
              <a:avLst/>
              <a:gdLst/>
              <a:ahLst/>
              <a:cxnLst/>
              <a:rect l="l" t="t" r="r" b="b"/>
              <a:pathLst>
                <a:path w="617220" h="619125">
                  <a:moveTo>
                    <a:pt x="324612" y="1524"/>
                  </a:moveTo>
                  <a:lnTo>
                    <a:pt x="292607" y="1524"/>
                  </a:lnTo>
                  <a:lnTo>
                    <a:pt x="307848" y="0"/>
                  </a:lnTo>
                  <a:lnTo>
                    <a:pt x="324612" y="1524"/>
                  </a:lnTo>
                  <a:close/>
                </a:path>
                <a:path w="617220" h="619125">
                  <a:moveTo>
                    <a:pt x="309372" y="618744"/>
                  </a:moveTo>
                  <a:lnTo>
                    <a:pt x="292607" y="618744"/>
                  </a:lnTo>
                  <a:lnTo>
                    <a:pt x="277368" y="617220"/>
                  </a:lnTo>
                  <a:lnTo>
                    <a:pt x="262128" y="614172"/>
                  </a:lnTo>
                  <a:lnTo>
                    <a:pt x="246888" y="612648"/>
                  </a:lnTo>
                  <a:lnTo>
                    <a:pt x="231648" y="608076"/>
                  </a:lnTo>
                  <a:lnTo>
                    <a:pt x="217931" y="605028"/>
                  </a:lnTo>
                  <a:lnTo>
                    <a:pt x="202692" y="600456"/>
                  </a:lnTo>
                  <a:lnTo>
                    <a:pt x="175260" y="588264"/>
                  </a:lnTo>
                  <a:lnTo>
                    <a:pt x="161543" y="580644"/>
                  </a:lnTo>
                  <a:lnTo>
                    <a:pt x="149352" y="574548"/>
                  </a:lnTo>
                  <a:lnTo>
                    <a:pt x="112776" y="548640"/>
                  </a:lnTo>
                  <a:lnTo>
                    <a:pt x="70104" y="505968"/>
                  </a:lnTo>
                  <a:lnTo>
                    <a:pt x="44196" y="469392"/>
                  </a:lnTo>
                  <a:lnTo>
                    <a:pt x="18288" y="416052"/>
                  </a:lnTo>
                  <a:lnTo>
                    <a:pt x="3048" y="356616"/>
                  </a:lnTo>
                  <a:lnTo>
                    <a:pt x="0" y="326136"/>
                  </a:lnTo>
                  <a:lnTo>
                    <a:pt x="0" y="294132"/>
                  </a:lnTo>
                  <a:lnTo>
                    <a:pt x="1524" y="278892"/>
                  </a:lnTo>
                  <a:lnTo>
                    <a:pt x="3048" y="262128"/>
                  </a:lnTo>
                  <a:lnTo>
                    <a:pt x="13716" y="217932"/>
                  </a:lnTo>
                  <a:lnTo>
                    <a:pt x="30480" y="175260"/>
                  </a:lnTo>
                  <a:lnTo>
                    <a:pt x="51816" y="137160"/>
                  </a:lnTo>
                  <a:lnTo>
                    <a:pt x="89916" y="91440"/>
                  </a:lnTo>
                  <a:lnTo>
                    <a:pt x="135636" y="53340"/>
                  </a:lnTo>
                  <a:lnTo>
                    <a:pt x="175260" y="30479"/>
                  </a:lnTo>
                  <a:lnTo>
                    <a:pt x="216407" y="15240"/>
                  </a:lnTo>
                  <a:lnTo>
                    <a:pt x="277368" y="1524"/>
                  </a:lnTo>
                  <a:lnTo>
                    <a:pt x="339852" y="1524"/>
                  </a:lnTo>
                  <a:lnTo>
                    <a:pt x="355092" y="4572"/>
                  </a:lnTo>
                  <a:lnTo>
                    <a:pt x="370332" y="6096"/>
                  </a:lnTo>
                  <a:lnTo>
                    <a:pt x="385572" y="10667"/>
                  </a:lnTo>
                  <a:lnTo>
                    <a:pt x="400812" y="13715"/>
                  </a:lnTo>
                  <a:lnTo>
                    <a:pt x="414528" y="19812"/>
                  </a:lnTo>
                  <a:lnTo>
                    <a:pt x="428244" y="24384"/>
                  </a:lnTo>
                  <a:lnTo>
                    <a:pt x="431673" y="25908"/>
                  </a:lnTo>
                  <a:lnTo>
                    <a:pt x="294131" y="25908"/>
                  </a:lnTo>
                  <a:lnTo>
                    <a:pt x="280416" y="27432"/>
                  </a:lnTo>
                  <a:lnTo>
                    <a:pt x="265176" y="28955"/>
                  </a:lnTo>
                  <a:lnTo>
                    <a:pt x="224028" y="38100"/>
                  </a:lnTo>
                  <a:lnTo>
                    <a:pt x="211836" y="42672"/>
                  </a:lnTo>
                  <a:lnTo>
                    <a:pt x="198119" y="48767"/>
                  </a:lnTo>
                  <a:lnTo>
                    <a:pt x="185928" y="53340"/>
                  </a:lnTo>
                  <a:lnTo>
                    <a:pt x="129540" y="89915"/>
                  </a:lnTo>
                  <a:lnTo>
                    <a:pt x="89916" y="128015"/>
                  </a:lnTo>
                  <a:lnTo>
                    <a:pt x="67056" y="163068"/>
                  </a:lnTo>
                  <a:lnTo>
                    <a:pt x="59436" y="173736"/>
                  </a:lnTo>
                  <a:lnTo>
                    <a:pt x="53340" y="185928"/>
                  </a:lnTo>
                  <a:lnTo>
                    <a:pt x="47244" y="199644"/>
                  </a:lnTo>
                  <a:lnTo>
                    <a:pt x="42672" y="211836"/>
                  </a:lnTo>
                  <a:lnTo>
                    <a:pt x="38100" y="225552"/>
                  </a:lnTo>
                  <a:lnTo>
                    <a:pt x="33528" y="237744"/>
                  </a:lnTo>
                  <a:lnTo>
                    <a:pt x="30480" y="251460"/>
                  </a:lnTo>
                  <a:lnTo>
                    <a:pt x="28956" y="266700"/>
                  </a:lnTo>
                  <a:lnTo>
                    <a:pt x="25908" y="294132"/>
                  </a:lnTo>
                  <a:lnTo>
                    <a:pt x="25908" y="323088"/>
                  </a:lnTo>
                  <a:lnTo>
                    <a:pt x="27432" y="338328"/>
                  </a:lnTo>
                  <a:lnTo>
                    <a:pt x="33528" y="379476"/>
                  </a:lnTo>
                  <a:lnTo>
                    <a:pt x="47244" y="419100"/>
                  </a:lnTo>
                  <a:lnTo>
                    <a:pt x="65532" y="455676"/>
                  </a:lnTo>
                  <a:lnTo>
                    <a:pt x="89916" y="489204"/>
                  </a:lnTo>
                  <a:lnTo>
                    <a:pt x="128016" y="527304"/>
                  </a:lnTo>
                  <a:lnTo>
                    <a:pt x="173736" y="559308"/>
                  </a:lnTo>
                  <a:lnTo>
                    <a:pt x="198119" y="569976"/>
                  </a:lnTo>
                  <a:lnTo>
                    <a:pt x="210312" y="576072"/>
                  </a:lnTo>
                  <a:lnTo>
                    <a:pt x="224028" y="580644"/>
                  </a:lnTo>
                  <a:lnTo>
                    <a:pt x="265176" y="589788"/>
                  </a:lnTo>
                  <a:lnTo>
                    <a:pt x="278892" y="591312"/>
                  </a:lnTo>
                  <a:lnTo>
                    <a:pt x="294131" y="592836"/>
                  </a:lnTo>
                  <a:lnTo>
                    <a:pt x="433197" y="592836"/>
                  </a:lnTo>
                  <a:lnTo>
                    <a:pt x="429768" y="594360"/>
                  </a:lnTo>
                  <a:lnTo>
                    <a:pt x="414528" y="598932"/>
                  </a:lnTo>
                  <a:lnTo>
                    <a:pt x="400812" y="605028"/>
                  </a:lnTo>
                  <a:lnTo>
                    <a:pt x="385572" y="608076"/>
                  </a:lnTo>
                  <a:lnTo>
                    <a:pt x="371856" y="612648"/>
                  </a:lnTo>
                  <a:lnTo>
                    <a:pt x="356616" y="614172"/>
                  </a:lnTo>
                  <a:lnTo>
                    <a:pt x="341376" y="617220"/>
                  </a:lnTo>
                  <a:lnTo>
                    <a:pt x="324612" y="617220"/>
                  </a:lnTo>
                  <a:lnTo>
                    <a:pt x="309372" y="618744"/>
                  </a:lnTo>
                  <a:close/>
                </a:path>
                <a:path w="617220" h="619125">
                  <a:moveTo>
                    <a:pt x="433197" y="592836"/>
                  </a:moveTo>
                  <a:lnTo>
                    <a:pt x="323087" y="592836"/>
                  </a:lnTo>
                  <a:lnTo>
                    <a:pt x="336804" y="591312"/>
                  </a:lnTo>
                  <a:lnTo>
                    <a:pt x="352044" y="589788"/>
                  </a:lnTo>
                  <a:lnTo>
                    <a:pt x="393192" y="580644"/>
                  </a:lnTo>
                  <a:lnTo>
                    <a:pt x="405384" y="576072"/>
                  </a:lnTo>
                  <a:lnTo>
                    <a:pt x="419100" y="571500"/>
                  </a:lnTo>
                  <a:lnTo>
                    <a:pt x="443484" y="559308"/>
                  </a:lnTo>
                  <a:lnTo>
                    <a:pt x="455676" y="551688"/>
                  </a:lnTo>
                  <a:lnTo>
                    <a:pt x="466344" y="545592"/>
                  </a:lnTo>
                  <a:lnTo>
                    <a:pt x="489204" y="528828"/>
                  </a:lnTo>
                  <a:lnTo>
                    <a:pt x="527304" y="490728"/>
                  </a:lnTo>
                  <a:lnTo>
                    <a:pt x="551687" y="457200"/>
                  </a:lnTo>
                  <a:lnTo>
                    <a:pt x="569976" y="420624"/>
                  </a:lnTo>
                  <a:lnTo>
                    <a:pt x="574548" y="406908"/>
                  </a:lnTo>
                  <a:lnTo>
                    <a:pt x="579120" y="394716"/>
                  </a:lnTo>
                  <a:lnTo>
                    <a:pt x="583692" y="381000"/>
                  </a:lnTo>
                  <a:lnTo>
                    <a:pt x="586739" y="367284"/>
                  </a:lnTo>
                  <a:lnTo>
                    <a:pt x="588263" y="353568"/>
                  </a:lnTo>
                  <a:lnTo>
                    <a:pt x="591312" y="338328"/>
                  </a:lnTo>
                  <a:lnTo>
                    <a:pt x="591312" y="324612"/>
                  </a:lnTo>
                  <a:lnTo>
                    <a:pt x="592836" y="309372"/>
                  </a:lnTo>
                  <a:lnTo>
                    <a:pt x="591312" y="295656"/>
                  </a:lnTo>
                  <a:lnTo>
                    <a:pt x="591312" y="280416"/>
                  </a:lnTo>
                  <a:lnTo>
                    <a:pt x="588263" y="266700"/>
                  </a:lnTo>
                  <a:lnTo>
                    <a:pt x="586739" y="252984"/>
                  </a:lnTo>
                  <a:lnTo>
                    <a:pt x="574548" y="211836"/>
                  </a:lnTo>
                  <a:lnTo>
                    <a:pt x="551687" y="163068"/>
                  </a:lnTo>
                  <a:lnTo>
                    <a:pt x="527304" y="129540"/>
                  </a:lnTo>
                  <a:lnTo>
                    <a:pt x="489204" y="91440"/>
                  </a:lnTo>
                  <a:lnTo>
                    <a:pt x="455676" y="67055"/>
                  </a:lnTo>
                  <a:lnTo>
                    <a:pt x="406908" y="42672"/>
                  </a:lnTo>
                  <a:lnTo>
                    <a:pt x="393192" y="39624"/>
                  </a:lnTo>
                  <a:lnTo>
                    <a:pt x="379476" y="35052"/>
                  </a:lnTo>
                  <a:lnTo>
                    <a:pt x="352044" y="28955"/>
                  </a:lnTo>
                  <a:lnTo>
                    <a:pt x="338328" y="27432"/>
                  </a:lnTo>
                  <a:lnTo>
                    <a:pt x="323087" y="25908"/>
                  </a:lnTo>
                  <a:lnTo>
                    <a:pt x="431673" y="25908"/>
                  </a:lnTo>
                  <a:lnTo>
                    <a:pt x="469392" y="45720"/>
                  </a:lnTo>
                  <a:lnTo>
                    <a:pt x="504444" y="70103"/>
                  </a:lnTo>
                  <a:lnTo>
                    <a:pt x="547116" y="112776"/>
                  </a:lnTo>
                  <a:lnTo>
                    <a:pt x="573024" y="149352"/>
                  </a:lnTo>
                  <a:lnTo>
                    <a:pt x="598932" y="202692"/>
                  </a:lnTo>
                  <a:lnTo>
                    <a:pt x="603504" y="217932"/>
                  </a:lnTo>
                  <a:lnTo>
                    <a:pt x="608076" y="231648"/>
                  </a:lnTo>
                  <a:lnTo>
                    <a:pt x="614172" y="262128"/>
                  </a:lnTo>
                  <a:lnTo>
                    <a:pt x="617220" y="292608"/>
                  </a:lnTo>
                  <a:lnTo>
                    <a:pt x="617220" y="324612"/>
                  </a:lnTo>
                  <a:lnTo>
                    <a:pt x="615696" y="341376"/>
                  </a:lnTo>
                  <a:lnTo>
                    <a:pt x="614172" y="356616"/>
                  </a:lnTo>
                  <a:lnTo>
                    <a:pt x="608076" y="387096"/>
                  </a:lnTo>
                  <a:lnTo>
                    <a:pt x="603504" y="400812"/>
                  </a:lnTo>
                  <a:lnTo>
                    <a:pt x="598932" y="416052"/>
                  </a:lnTo>
                  <a:lnTo>
                    <a:pt x="580644" y="457200"/>
                  </a:lnTo>
                  <a:lnTo>
                    <a:pt x="547116" y="505968"/>
                  </a:lnTo>
                  <a:lnTo>
                    <a:pt x="505968" y="547116"/>
                  </a:lnTo>
                  <a:lnTo>
                    <a:pt x="469392" y="573024"/>
                  </a:lnTo>
                  <a:lnTo>
                    <a:pt x="455676" y="580644"/>
                  </a:lnTo>
                  <a:lnTo>
                    <a:pt x="443484" y="588264"/>
                  </a:lnTo>
                  <a:lnTo>
                    <a:pt x="433197" y="592836"/>
                  </a:lnTo>
                  <a:close/>
                </a:path>
              </a:pathLst>
            </a:custGeom>
            <a:solidFill>
              <a:srgbClr val="BF0000"/>
            </a:solidFill>
          </p:spPr>
          <p:txBody>
            <a:bodyPr wrap="square" lIns="0" tIns="0" rIns="0" bIns="0" rtlCol="0"/>
            <a:lstStyle/>
            <a:p>
              <a:endParaRPr sz="1588">
                <a:solidFill>
                  <a:prstClr val="black"/>
                </a:solidFill>
              </a:endParaRPr>
            </a:p>
          </p:txBody>
        </p:sp>
      </p:grpSp>
      <p:pic>
        <p:nvPicPr>
          <p:cNvPr id="17" name="Picture 1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10200" y="1370483"/>
            <a:ext cx="3402169" cy="1959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78930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7"/>
          <p:cNvSpPr>
            <a:spLocks noGrp="1"/>
          </p:cNvSpPr>
          <p:nvPr>
            <p:ph idx="10"/>
          </p:nvPr>
        </p:nvSpPr>
        <p:spPr>
          <a:xfrm>
            <a:off x="228600" y="3126008"/>
            <a:ext cx="8610600" cy="3731991"/>
          </a:xfrm>
        </p:spPr>
        <p:txBody>
          <a:bodyPr>
            <a:noAutofit/>
          </a:bodyPr>
          <a:lstStyle/>
          <a:p>
            <a:pPr marL="313221" marR="4483" indent="-302575">
              <a:spcBef>
                <a:spcPts val="88"/>
              </a:spcBef>
              <a:buFont typeface="Arial"/>
              <a:buChar char="•"/>
              <a:tabLst>
                <a:tab pos="313221" algn="l"/>
                <a:tab pos="313781" algn="l"/>
              </a:tabLst>
            </a:pPr>
            <a:r>
              <a:rPr lang="en-US" sz="2000" spc="-4" dirty="0">
                <a:solidFill>
                  <a:prstClr val="black"/>
                </a:solidFill>
                <a:cs typeface="Calibri"/>
              </a:rPr>
              <a:t>If the desired output </a:t>
            </a:r>
            <a:r>
              <a:rPr lang="en-US" sz="2000" dirty="0">
                <a:solidFill>
                  <a:prstClr val="black"/>
                </a:solidFill>
                <a:cs typeface="Calibri"/>
              </a:rPr>
              <a:t>is </a:t>
            </a:r>
            <a:r>
              <a:rPr lang="en-US" sz="2000" spc="-4" dirty="0">
                <a:solidFill>
                  <a:prstClr val="black"/>
                </a:solidFill>
                <a:cs typeface="Calibri"/>
              </a:rPr>
              <a:t>binary </a:t>
            </a:r>
            <a:r>
              <a:rPr lang="en-US" sz="2000" spc="4" dirty="0">
                <a:solidFill>
                  <a:prstClr val="black"/>
                </a:solidFill>
                <a:cs typeface="Calibri"/>
              </a:rPr>
              <a:t>(is </a:t>
            </a:r>
            <a:r>
              <a:rPr lang="en-US" sz="2000" spc="-4" dirty="0">
                <a:solidFill>
                  <a:prstClr val="black"/>
                </a:solidFill>
                <a:cs typeface="Calibri"/>
              </a:rPr>
              <a:t>this </a:t>
            </a:r>
            <a:r>
              <a:rPr lang="en-US" sz="2000" dirty="0">
                <a:solidFill>
                  <a:prstClr val="black"/>
                </a:solidFill>
                <a:cs typeface="Calibri"/>
              </a:rPr>
              <a:t>a </a:t>
            </a:r>
            <a:r>
              <a:rPr lang="en-US" sz="2000" spc="-18" dirty="0">
                <a:solidFill>
                  <a:prstClr val="black"/>
                </a:solidFill>
                <a:cs typeface="Calibri"/>
              </a:rPr>
              <a:t>cat </a:t>
            </a:r>
            <a:r>
              <a:rPr lang="en-US" sz="2000" dirty="0">
                <a:solidFill>
                  <a:prstClr val="black"/>
                </a:solidFill>
                <a:cs typeface="Calibri"/>
              </a:rPr>
              <a:t>or </a:t>
            </a:r>
            <a:r>
              <a:rPr lang="en-US" sz="2000" spc="-4" dirty="0">
                <a:solidFill>
                  <a:prstClr val="black"/>
                </a:solidFill>
                <a:cs typeface="Calibri"/>
              </a:rPr>
              <a:t>not),</a:t>
            </a:r>
            <a:r>
              <a:rPr lang="en-US" sz="2000" spc="-79" dirty="0">
                <a:solidFill>
                  <a:prstClr val="black"/>
                </a:solidFill>
                <a:cs typeface="Calibri"/>
              </a:rPr>
              <a:t> </a:t>
            </a:r>
            <a:r>
              <a:rPr lang="en-US" sz="2000" spc="-9" dirty="0">
                <a:solidFill>
                  <a:prstClr val="black"/>
                </a:solidFill>
                <a:cs typeface="Calibri"/>
              </a:rPr>
              <a:t>use  </a:t>
            </a:r>
            <a:r>
              <a:rPr lang="en-US" sz="2000" dirty="0">
                <a:solidFill>
                  <a:prstClr val="black"/>
                </a:solidFill>
                <a:cs typeface="Calibri"/>
              </a:rPr>
              <a:t>a simple </a:t>
            </a:r>
            <a:r>
              <a:rPr lang="en-US" sz="2000" spc="-4" dirty="0">
                <a:solidFill>
                  <a:prstClr val="black"/>
                </a:solidFill>
                <a:cs typeface="Calibri"/>
              </a:rPr>
              <a:t>1/0 </a:t>
            </a:r>
            <a:r>
              <a:rPr lang="en-US" sz="2000" spc="-13" dirty="0">
                <a:solidFill>
                  <a:prstClr val="black"/>
                </a:solidFill>
                <a:cs typeface="Calibri"/>
              </a:rPr>
              <a:t>representation </a:t>
            </a:r>
            <a:r>
              <a:rPr lang="en-US" sz="2000" spc="-9" dirty="0">
                <a:solidFill>
                  <a:prstClr val="black"/>
                </a:solidFill>
                <a:cs typeface="Calibri"/>
              </a:rPr>
              <a:t>of </a:t>
            </a:r>
            <a:r>
              <a:rPr lang="en-US" sz="2000" spc="-4" dirty="0">
                <a:solidFill>
                  <a:prstClr val="black"/>
                </a:solidFill>
                <a:cs typeface="Calibri"/>
              </a:rPr>
              <a:t>the </a:t>
            </a:r>
            <a:r>
              <a:rPr lang="en-US" sz="2000" spc="-9" dirty="0">
                <a:solidFill>
                  <a:prstClr val="black"/>
                </a:solidFill>
                <a:cs typeface="Calibri"/>
              </a:rPr>
              <a:t>desired</a:t>
            </a:r>
            <a:r>
              <a:rPr lang="en-US" sz="2000" spc="-93" dirty="0">
                <a:solidFill>
                  <a:prstClr val="black"/>
                </a:solidFill>
                <a:cs typeface="Calibri"/>
              </a:rPr>
              <a:t> </a:t>
            </a:r>
            <a:r>
              <a:rPr lang="en-US" sz="2000" spc="-4" dirty="0">
                <a:solidFill>
                  <a:prstClr val="black"/>
                </a:solidFill>
                <a:cs typeface="Calibri"/>
              </a:rPr>
              <a:t>output</a:t>
            </a:r>
            <a:endParaRPr lang="en-US" sz="2000" dirty="0">
              <a:solidFill>
                <a:prstClr val="black"/>
              </a:solidFill>
              <a:cs typeface="Calibri"/>
            </a:endParaRPr>
          </a:p>
          <a:p>
            <a:pPr marL="667346" lvl="1" indent="-253266">
              <a:spcBef>
                <a:spcPts val="516"/>
              </a:spcBef>
              <a:buFont typeface="Arial"/>
              <a:buChar char="–"/>
              <a:tabLst>
                <a:tab pos="667906" algn="l"/>
              </a:tabLst>
            </a:pPr>
            <a:r>
              <a:rPr lang="en-US" sz="2000" dirty="0">
                <a:solidFill>
                  <a:prstClr val="black"/>
                </a:solidFill>
                <a:cs typeface="Calibri"/>
              </a:rPr>
              <a:t>1 = </a:t>
            </a:r>
            <a:r>
              <a:rPr lang="en-US" sz="2000" spc="-49" dirty="0">
                <a:solidFill>
                  <a:prstClr val="black"/>
                </a:solidFill>
                <a:cs typeface="Calibri"/>
              </a:rPr>
              <a:t>Yes </a:t>
            </a:r>
            <a:r>
              <a:rPr lang="en-US" sz="2000" spc="-18" dirty="0">
                <a:solidFill>
                  <a:prstClr val="black"/>
                </a:solidFill>
                <a:cs typeface="Calibri"/>
              </a:rPr>
              <a:t>it’s </a:t>
            </a:r>
            <a:r>
              <a:rPr lang="en-US" sz="2000" dirty="0">
                <a:solidFill>
                  <a:prstClr val="black"/>
                </a:solidFill>
                <a:cs typeface="Calibri"/>
              </a:rPr>
              <a:t>a</a:t>
            </a:r>
            <a:r>
              <a:rPr lang="en-US" sz="2000" spc="18" dirty="0">
                <a:solidFill>
                  <a:prstClr val="black"/>
                </a:solidFill>
                <a:cs typeface="Calibri"/>
              </a:rPr>
              <a:t> </a:t>
            </a:r>
            <a:r>
              <a:rPr lang="en-US" sz="2000" spc="-18" dirty="0">
                <a:solidFill>
                  <a:prstClr val="black"/>
                </a:solidFill>
                <a:cs typeface="Calibri"/>
              </a:rPr>
              <a:t>cat</a:t>
            </a:r>
            <a:endParaRPr lang="en-US" sz="2000" dirty="0">
              <a:solidFill>
                <a:prstClr val="black"/>
              </a:solidFill>
              <a:cs typeface="Calibri"/>
            </a:endParaRPr>
          </a:p>
          <a:p>
            <a:pPr marL="667346" lvl="1" indent="-253266">
              <a:spcBef>
                <a:spcPts val="512"/>
              </a:spcBef>
              <a:buFont typeface="Arial"/>
              <a:buChar char="–"/>
              <a:tabLst>
                <a:tab pos="667906" algn="l"/>
              </a:tabLst>
            </a:pPr>
            <a:r>
              <a:rPr lang="en-US" sz="2000" dirty="0">
                <a:solidFill>
                  <a:prstClr val="black"/>
                </a:solidFill>
                <a:cs typeface="Calibri"/>
              </a:rPr>
              <a:t>0 = </a:t>
            </a:r>
            <a:r>
              <a:rPr lang="en-US" sz="2000" spc="4" dirty="0">
                <a:solidFill>
                  <a:prstClr val="black"/>
                </a:solidFill>
                <a:cs typeface="Calibri"/>
              </a:rPr>
              <a:t>No </a:t>
            </a:r>
            <a:r>
              <a:rPr lang="en-US" sz="2000" spc="-18" dirty="0">
                <a:solidFill>
                  <a:prstClr val="black"/>
                </a:solidFill>
                <a:cs typeface="Calibri"/>
              </a:rPr>
              <a:t>it’s </a:t>
            </a:r>
            <a:r>
              <a:rPr lang="en-US" sz="2000" spc="-4" dirty="0">
                <a:solidFill>
                  <a:prstClr val="black"/>
                </a:solidFill>
                <a:cs typeface="Calibri"/>
              </a:rPr>
              <a:t>not </a:t>
            </a:r>
            <a:r>
              <a:rPr lang="en-US" sz="2000" dirty="0">
                <a:solidFill>
                  <a:prstClr val="black"/>
                </a:solidFill>
                <a:cs typeface="Calibri"/>
              </a:rPr>
              <a:t>a</a:t>
            </a:r>
            <a:r>
              <a:rPr lang="en-US" sz="2000" spc="-53" dirty="0">
                <a:solidFill>
                  <a:prstClr val="black"/>
                </a:solidFill>
                <a:cs typeface="Calibri"/>
              </a:rPr>
              <a:t> </a:t>
            </a:r>
            <a:r>
              <a:rPr lang="en-US" sz="2000" spc="-13" dirty="0">
                <a:solidFill>
                  <a:prstClr val="black"/>
                </a:solidFill>
                <a:cs typeface="Calibri"/>
              </a:rPr>
              <a:t>cat</a:t>
            </a:r>
          </a:p>
          <a:p>
            <a:pPr marL="313781" indent="-302575">
              <a:spcBef>
                <a:spcPts val="569"/>
              </a:spcBef>
              <a:buFont typeface="Arial"/>
              <a:buChar char="•"/>
              <a:tabLst>
                <a:tab pos="313221" algn="l"/>
                <a:tab pos="313781" algn="l"/>
              </a:tabLst>
            </a:pPr>
            <a:r>
              <a:rPr lang="en-US" sz="2000" spc="-4" dirty="0">
                <a:solidFill>
                  <a:prstClr val="black"/>
                </a:solidFill>
                <a:cs typeface="Calibri"/>
              </a:rPr>
              <a:t>Output </a:t>
            </a:r>
            <a:r>
              <a:rPr lang="en-US" sz="2000" spc="-9" dirty="0">
                <a:solidFill>
                  <a:prstClr val="black"/>
                </a:solidFill>
                <a:cs typeface="Calibri"/>
              </a:rPr>
              <a:t>activation: </a:t>
            </a:r>
            <a:r>
              <a:rPr lang="en-US" sz="2000" spc="-18" dirty="0">
                <a:solidFill>
                  <a:prstClr val="black"/>
                </a:solidFill>
                <a:cs typeface="Calibri"/>
              </a:rPr>
              <a:t>Typically </a:t>
            </a:r>
            <a:r>
              <a:rPr lang="en-US" sz="2000" dirty="0">
                <a:solidFill>
                  <a:prstClr val="black"/>
                </a:solidFill>
                <a:cs typeface="Calibri"/>
              </a:rPr>
              <a:t>a</a:t>
            </a:r>
            <a:r>
              <a:rPr lang="en-US" sz="2000" spc="-44" dirty="0">
                <a:solidFill>
                  <a:prstClr val="black"/>
                </a:solidFill>
                <a:cs typeface="Calibri"/>
              </a:rPr>
              <a:t> </a:t>
            </a:r>
            <a:r>
              <a:rPr lang="en-US" sz="2000" spc="-4" dirty="0">
                <a:solidFill>
                  <a:prstClr val="black"/>
                </a:solidFill>
                <a:cs typeface="Calibri"/>
              </a:rPr>
              <a:t>sigmoid</a:t>
            </a:r>
            <a:endParaRPr lang="en-US" sz="2000" dirty="0">
              <a:solidFill>
                <a:prstClr val="black"/>
              </a:solidFill>
              <a:cs typeface="Calibri"/>
            </a:endParaRPr>
          </a:p>
          <a:p>
            <a:pPr marL="667346" lvl="1" indent="-253266">
              <a:spcBef>
                <a:spcPts val="529"/>
              </a:spcBef>
              <a:buFont typeface="Arial"/>
              <a:buChar char="–"/>
              <a:tabLst>
                <a:tab pos="667906" algn="l"/>
                <a:tab pos="4891068" algn="l"/>
              </a:tabLst>
            </a:pPr>
            <a:r>
              <a:rPr lang="en-US" sz="2000" spc="-9" dirty="0">
                <a:solidFill>
                  <a:prstClr val="black"/>
                </a:solidFill>
                <a:cs typeface="Calibri"/>
              </a:rPr>
              <a:t>Viewed </a:t>
            </a:r>
            <a:r>
              <a:rPr lang="en-US" sz="2000" dirty="0">
                <a:solidFill>
                  <a:prstClr val="black"/>
                </a:solidFill>
                <a:cs typeface="Calibri"/>
              </a:rPr>
              <a:t>as</a:t>
            </a:r>
            <a:r>
              <a:rPr lang="en-US" sz="2000" spc="26" dirty="0">
                <a:solidFill>
                  <a:prstClr val="black"/>
                </a:solidFill>
                <a:cs typeface="Calibri"/>
              </a:rPr>
              <a:t> </a:t>
            </a:r>
            <a:r>
              <a:rPr lang="en-US" sz="2000" spc="-4" dirty="0">
                <a:solidFill>
                  <a:prstClr val="black"/>
                </a:solidFill>
                <a:cs typeface="Calibri"/>
              </a:rPr>
              <a:t>the</a:t>
            </a:r>
            <a:r>
              <a:rPr lang="en-US" sz="2000" spc="9" dirty="0">
                <a:solidFill>
                  <a:prstClr val="black"/>
                </a:solidFill>
                <a:cs typeface="Calibri"/>
              </a:rPr>
              <a:t> </a:t>
            </a:r>
            <a:r>
              <a:rPr lang="en-US" sz="2000" i="1" spc="-4" dirty="0">
                <a:solidFill>
                  <a:prstClr val="black"/>
                </a:solidFill>
                <a:cs typeface="Calibri"/>
              </a:rPr>
              <a:t>probability </a:t>
            </a:r>
            <a:r>
              <a:rPr lang="en-US" sz="2000" i="1" spc="-4" dirty="0">
                <a:solidFill>
                  <a:srgbClr val="FF0000"/>
                </a:solidFill>
                <a:cs typeface="Calibri"/>
              </a:rPr>
              <a:t>P(Y=1|X)</a:t>
            </a:r>
            <a:r>
              <a:rPr lang="en-US" sz="2000" i="1" spc="-4" dirty="0">
                <a:solidFill>
                  <a:prstClr val="black"/>
                </a:solidFill>
                <a:cs typeface="Calibri"/>
              </a:rPr>
              <a:t> o</a:t>
            </a:r>
            <a:r>
              <a:rPr lang="en-US" sz="2000" dirty="0">
                <a:solidFill>
                  <a:prstClr val="black"/>
                </a:solidFill>
                <a:cs typeface="Calibri"/>
              </a:rPr>
              <a:t>f </a:t>
            </a:r>
            <a:r>
              <a:rPr lang="en-US" sz="2000" spc="-4" dirty="0">
                <a:solidFill>
                  <a:prstClr val="black"/>
                </a:solidFill>
                <a:cs typeface="Calibri"/>
              </a:rPr>
              <a:t>class </a:t>
            </a:r>
            <a:r>
              <a:rPr lang="en-US" sz="2000" spc="-9" dirty="0">
                <a:solidFill>
                  <a:prstClr val="black"/>
                </a:solidFill>
                <a:cs typeface="Calibri"/>
              </a:rPr>
              <a:t>value</a:t>
            </a:r>
            <a:r>
              <a:rPr lang="en-US" sz="2000" spc="-44" dirty="0">
                <a:solidFill>
                  <a:prstClr val="black"/>
                </a:solidFill>
                <a:cs typeface="Calibri"/>
              </a:rPr>
              <a:t> </a:t>
            </a:r>
            <a:r>
              <a:rPr lang="en-US" sz="2000" dirty="0">
                <a:solidFill>
                  <a:prstClr val="black"/>
                </a:solidFill>
                <a:cs typeface="Calibri"/>
              </a:rPr>
              <a:t>1</a:t>
            </a:r>
          </a:p>
          <a:p>
            <a:pPr marL="1019790" marR="4483" lvl="2" indent="-201717">
              <a:spcBef>
                <a:spcPts val="441"/>
              </a:spcBef>
              <a:buFont typeface="Arial"/>
              <a:buChar char="•"/>
              <a:tabLst>
                <a:tab pos="1019229" algn="l"/>
                <a:tab pos="1020350" algn="l"/>
              </a:tabLst>
            </a:pPr>
            <a:r>
              <a:rPr lang="en-US" sz="2000" spc="-4" dirty="0">
                <a:solidFill>
                  <a:prstClr val="black"/>
                </a:solidFill>
                <a:cs typeface="Calibri"/>
              </a:rPr>
              <a:t>Indicating </a:t>
            </a:r>
            <a:r>
              <a:rPr lang="en-US" sz="2000" dirty="0">
                <a:solidFill>
                  <a:prstClr val="black"/>
                </a:solidFill>
                <a:cs typeface="Calibri"/>
              </a:rPr>
              <a:t>the </a:t>
            </a:r>
            <a:r>
              <a:rPr lang="en-US" sz="2000" spc="-4" dirty="0">
                <a:solidFill>
                  <a:prstClr val="black"/>
                </a:solidFill>
                <a:cs typeface="Calibri"/>
              </a:rPr>
              <a:t>fact that </a:t>
            </a:r>
            <a:r>
              <a:rPr lang="en-US" sz="2000" spc="-9" dirty="0">
                <a:solidFill>
                  <a:prstClr val="black"/>
                </a:solidFill>
                <a:cs typeface="Calibri"/>
              </a:rPr>
              <a:t>for </a:t>
            </a:r>
            <a:r>
              <a:rPr lang="en-US" sz="2000" spc="-4" dirty="0">
                <a:solidFill>
                  <a:prstClr val="black"/>
                </a:solidFill>
                <a:cs typeface="Calibri"/>
              </a:rPr>
              <a:t>actual </a:t>
            </a:r>
            <a:r>
              <a:rPr lang="en-US" sz="2000" spc="-13" dirty="0">
                <a:solidFill>
                  <a:prstClr val="black"/>
                </a:solidFill>
                <a:cs typeface="Calibri"/>
              </a:rPr>
              <a:t>data, </a:t>
            </a:r>
            <a:r>
              <a:rPr lang="en-US" sz="2000" dirty="0">
                <a:solidFill>
                  <a:prstClr val="black"/>
                </a:solidFill>
                <a:cs typeface="Calibri"/>
              </a:rPr>
              <a:t>in </a:t>
            </a:r>
            <a:r>
              <a:rPr lang="en-US" sz="2000" spc="-9" dirty="0">
                <a:solidFill>
                  <a:prstClr val="black"/>
                </a:solidFill>
                <a:cs typeface="Calibri"/>
              </a:rPr>
              <a:t>general </a:t>
            </a:r>
            <a:r>
              <a:rPr lang="en-US" sz="2000" dirty="0">
                <a:solidFill>
                  <a:prstClr val="black"/>
                </a:solidFill>
                <a:cs typeface="Calibri"/>
              </a:rPr>
              <a:t>a </a:t>
            </a:r>
            <a:r>
              <a:rPr lang="en-US" sz="2000" spc="-18" dirty="0">
                <a:solidFill>
                  <a:prstClr val="black"/>
                </a:solidFill>
                <a:cs typeface="Calibri"/>
              </a:rPr>
              <a:t>feature </a:t>
            </a:r>
            <a:r>
              <a:rPr lang="en-US" sz="2000" spc="-9" dirty="0">
                <a:solidFill>
                  <a:prstClr val="black"/>
                </a:solidFill>
                <a:cs typeface="Calibri"/>
              </a:rPr>
              <a:t>value </a:t>
            </a:r>
            <a:r>
              <a:rPr lang="en-US" sz="2000" dirty="0">
                <a:solidFill>
                  <a:prstClr val="black"/>
                </a:solidFill>
                <a:cs typeface="Calibri"/>
              </a:rPr>
              <a:t>X  </a:t>
            </a:r>
            <a:r>
              <a:rPr lang="en-US" sz="2000" spc="-13" dirty="0">
                <a:solidFill>
                  <a:prstClr val="black"/>
                </a:solidFill>
                <a:cs typeface="Calibri"/>
              </a:rPr>
              <a:t>may </a:t>
            </a:r>
            <a:r>
              <a:rPr lang="en-US" sz="2000" dirty="0">
                <a:solidFill>
                  <a:prstClr val="black"/>
                </a:solidFill>
                <a:cs typeface="Calibri"/>
              </a:rPr>
              <a:t>occur </a:t>
            </a:r>
            <a:r>
              <a:rPr lang="en-US" sz="2000" spc="-9" dirty="0">
                <a:solidFill>
                  <a:prstClr val="black"/>
                </a:solidFill>
                <a:cs typeface="Calibri"/>
              </a:rPr>
              <a:t>for </a:t>
            </a:r>
            <a:r>
              <a:rPr lang="en-US" sz="2000" dirty="0">
                <a:solidFill>
                  <a:prstClr val="black"/>
                </a:solidFill>
                <a:cs typeface="Calibri"/>
              </a:rPr>
              <a:t>both </a:t>
            </a:r>
            <a:r>
              <a:rPr lang="en-US" sz="2000" spc="-4" dirty="0">
                <a:solidFill>
                  <a:prstClr val="black"/>
                </a:solidFill>
                <a:cs typeface="Calibri"/>
              </a:rPr>
              <a:t>classes, but </a:t>
            </a:r>
            <a:r>
              <a:rPr lang="en-US" sz="2000" dirty="0">
                <a:solidFill>
                  <a:prstClr val="black"/>
                </a:solidFill>
                <a:cs typeface="Calibri"/>
              </a:rPr>
              <a:t>with </a:t>
            </a:r>
            <a:r>
              <a:rPr lang="en-US" sz="2000" spc="-13" dirty="0">
                <a:solidFill>
                  <a:prstClr val="black"/>
                </a:solidFill>
                <a:cs typeface="Calibri"/>
              </a:rPr>
              <a:t>different</a:t>
            </a:r>
            <a:r>
              <a:rPr lang="en-US" sz="2000" spc="-35" dirty="0">
                <a:solidFill>
                  <a:prstClr val="black"/>
                </a:solidFill>
                <a:cs typeface="Calibri"/>
              </a:rPr>
              <a:t> </a:t>
            </a:r>
            <a:r>
              <a:rPr lang="en-US" sz="2000" spc="-4" dirty="0">
                <a:solidFill>
                  <a:prstClr val="black"/>
                </a:solidFill>
                <a:cs typeface="Calibri"/>
              </a:rPr>
              <a:t>probabilities</a:t>
            </a:r>
            <a:endParaRPr lang="en-US" sz="2000" dirty="0">
              <a:solidFill>
                <a:prstClr val="black"/>
              </a:solidFill>
              <a:cs typeface="Calibri"/>
            </a:endParaRPr>
          </a:p>
          <a:p>
            <a:pPr marL="1019790" lvl="2" indent="-202277">
              <a:spcBef>
                <a:spcPts val="424"/>
              </a:spcBef>
              <a:buFont typeface="Arial"/>
              <a:buChar char="•"/>
              <a:tabLst>
                <a:tab pos="1019229" algn="l"/>
                <a:tab pos="1020350" algn="l"/>
              </a:tabLst>
            </a:pPr>
            <a:r>
              <a:rPr lang="en-US" sz="2000" spc="-4" dirty="0">
                <a:solidFill>
                  <a:prstClr val="black"/>
                </a:solidFill>
                <a:cs typeface="Calibri"/>
              </a:rPr>
              <a:t>Is</a:t>
            </a:r>
            <a:r>
              <a:rPr lang="en-US" sz="2000" dirty="0">
                <a:solidFill>
                  <a:prstClr val="black"/>
                </a:solidFill>
                <a:cs typeface="Calibri"/>
              </a:rPr>
              <a:t> </a:t>
            </a:r>
            <a:r>
              <a:rPr lang="en-US" sz="2000" spc="-13" dirty="0">
                <a:solidFill>
                  <a:prstClr val="black"/>
                </a:solidFill>
                <a:cs typeface="Calibri"/>
              </a:rPr>
              <a:t>differentiable</a:t>
            </a:r>
            <a:endParaRPr lang="en-US" sz="2000" dirty="0">
              <a:solidFill>
                <a:prstClr val="black"/>
              </a:solidFill>
              <a:cs typeface="Calibri"/>
            </a:endParaRPr>
          </a:p>
          <a:p>
            <a:pPr marL="667346" lvl="1" indent="-253266">
              <a:spcBef>
                <a:spcPts val="512"/>
              </a:spcBef>
              <a:buFont typeface="Arial"/>
              <a:buChar char="–"/>
              <a:tabLst>
                <a:tab pos="667906" algn="l"/>
              </a:tabLst>
            </a:pPr>
            <a:endParaRPr lang="en-US" sz="2000" dirty="0">
              <a:solidFill>
                <a:prstClr val="black"/>
              </a:solidFill>
              <a:cs typeface="Calibri"/>
            </a:endParaRPr>
          </a:p>
          <a:p>
            <a:endParaRPr lang="en-IN" sz="2000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8600" y="305174"/>
            <a:ext cx="8160907" cy="608851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3883" spc="-18" dirty="0"/>
              <a:t>Representing </a:t>
            </a:r>
            <a:r>
              <a:rPr sz="3883" spc="-4" dirty="0"/>
              <a:t>the</a:t>
            </a:r>
            <a:r>
              <a:rPr sz="3883" spc="-13" dirty="0"/>
              <a:t> </a:t>
            </a:r>
            <a:r>
              <a:rPr sz="3883" spc="-4" dirty="0"/>
              <a:t>output</a:t>
            </a:r>
            <a:r>
              <a:rPr lang="en-US" sz="3883" spc="-4" dirty="0"/>
              <a:t> : binary class</a:t>
            </a:r>
            <a:endParaRPr sz="3883" dirty="0"/>
          </a:p>
        </p:txBody>
      </p:sp>
      <p:grpSp>
        <p:nvGrpSpPr>
          <p:cNvPr id="12" name="Group 11"/>
          <p:cNvGrpSpPr/>
          <p:nvPr/>
        </p:nvGrpSpPr>
        <p:grpSpPr>
          <a:xfrm>
            <a:off x="246845" y="1545224"/>
            <a:ext cx="7645972" cy="1413164"/>
            <a:chOff x="555183" y="1854368"/>
            <a:chExt cx="7645972" cy="1413164"/>
          </a:xfrm>
        </p:grpSpPr>
        <p:sp>
          <p:nvSpPr>
            <p:cNvPr id="13" name="object 13"/>
            <p:cNvSpPr/>
            <p:nvPr/>
          </p:nvSpPr>
          <p:spPr>
            <a:xfrm>
              <a:off x="6453291" y="2031786"/>
              <a:ext cx="1747864" cy="841785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1588">
                <a:solidFill>
                  <a:prstClr val="black"/>
                </a:solidFill>
              </a:endParaRPr>
            </a:p>
          </p:txBody>
        </p:sp>
        <p:sp>
          <p:nvSpPr>
            <p:cNvPr id="14" name="object 14"/>
            <p:cNvSpPr/>
            <p:nvPr/>
          </p:nvSpPr>
          <p:spPr>
            <a:xfrm>
              <a:off x="4153684" y="2089926"/>
              <a:ext cx="2138082" cy="1046180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1588">
                <a:solidFill>
                  <a:prstClr val="black"/>
                </a:solidFill>
              </a:endParaRPr>
            </a:p>
          </p:txBody>
        </p:sp>
        <p:sp>
          <p:nvSpPr>
            <p:cNvPr id="15" name="object 15"/>
            <p:cNvSpPr txBox="1"/>
            <p:nvPr/>
          </p:nvSpPr>
          <p:spPr>
            <a:xfrm>
              <a:off x="5592813" y="2751202"/>
              <a:ext cx="364453" cy="256971"/>
            </a:xfrm>
            <a:prstGeom prst="rect">
              <a:avLst/>
            </a:prstGeom>
          </p:spPr>
          <p:txBody>
            <a:bodyPr vert="horz" wrap="square" lIns="0" tIns="10646" rIns="0" bIns="0" rtlCol="0">
              <a:spAutoFit/>
            </a:bodyPr>
            <a:lstStyle/>
            <a:p>
              <a:pPr marL="11206">
                <a:spcBef>
                  <a:spcPts val="84"/>
                </a:spcBef>
              </a:pPr>
              <a:r>
                <a:rPr sz="1600" spc="-202" dirty="0">
                  <a:solidFill>
                    <a:prstClr val="black"/>
                  </a:solidFill>
                  <a:latin typeface="Times New Roman"/>
                  <a:cs typeface="Times New Roman"/>
                </a:rPr>
                <a:t>𝜎</a:t>
              </a:r>
              <a:r>
                <a:rPr sz="1600" spc="75" dirty="0">
                  <a:solidFill>
                    <a:prstClr val="black"/>
                  </a:solidFill>
                  <a:latin typeface="Times New Roman"/>
                  <a:cs typeface="Times New Roman"/>
                </a:rPr>
                <a:t>(</a:t>
              </a:r>
              <a:r>
                <a:rPr sz="1600" spc="-322" dirty="0">
                  <a:solidFill>
                    <a:prstClr val="black"/>
                  </a:solidFill>
                  <a:latin typeface="Times New Roman"/>
                  <a:cs typeface="Times New Roman"/>
                </a:rPr>
                <a:t>𝑧</a:t>
              </a:r>
              <a:r>
                <a:rPr sz="1600" spc="71" dirty="0">
                  <a:solidFill>
                    <a:prstClr val="black"/>
                  </a:solidFill>
                  <a:latin typeface="Times New Roman"/>
                  <a:cs typeface="Times New Roman"/>
                </a:rPr>
                <a:t>)</a:t>
              </a:r>
              <a:endParaRPr sz="1600" dirty="0">
                <a:solidFill>
                  <a:prstClr val="black"/>
                </a:solidFill>
                <a:latin typeface="Times New Roman"/>
                <a:cs typeface="Times New Roman"/>
              </a:endParaRPr>
            </a:p>
          </p:txBody>
        </p:sp>
        <p:grpSp>
          <p:nvGrpSpPr>
            <p:cNvPr id="16" name="Group 15"/>
            <p:cNvGrpSpPr/>
            <p:nvPr/>
          </p:nvGrpSpPr>
          <p:grpSpPr>
            <a:xfrm>
              <a:off x="555183" y="1854368"/>
              <a:ext cx="3289749" cy="1413164"/>
              <a:chOff x="228600" y="1451002"/>
              <a:chExt cx="3345627" cy="1871830"/>
            </a:xfrm>
          </p:grpSpPr>
          <p:sp>
            <p:nvSpPr>
              <p:cNvPr id="17" name="object 12"/>
              <p:cNvSpPr/>
              <p:nvPr/>
            </p:nvSpPr>
            <p:spPr>
              <a:xfrm>
                <a:off x="228600" y="1451002"/>
                <a:ext cx="3345627" cy="1871830"/>
              </a:xfrm>
              <a:prstGeom prst="rect">
                <a:avLst/>
              </a:prstGeom>
              <a:blipFill>
                <a:blip r:embed="rId4" cstate="print"/>
                <a:stretch>
                  <a:fillRect/>
                </a:stretch>
              </a:blipFill>
            </p:spPr>
            <p:txBody>
              <a:bodyPr wrap="square" lIns="0" tIns="0" rIns="0" bIns="0" rtlCol="0"/>
              <a:lstStyle/>
              <a:p>
                <a:endParaRPr sz="1588">
                  <a:solidFill>
                    <a:prstClr val="black"/>
                  </a:solidFill>
                </a:endParaRPr>
              </a:p>
            </p:txBody>
          </p:sp>
          <p:sp>
            <p:nvSpPr>
              <p:cNvPr id="18" name="object 13"/>
              <p:cNvSpPr/>
              <p:nvPr/>
            </p:nvSpPr>
            <p:spPr>
              <a:xfrm>
                <a:off x="2654952" y="2113773"/>
                <a:ext cx="544606" cy="546287"/>
              </a:xfrm>
              <a:custGeom>
                <a:avLst/>
                <a:gdLst/>
                <a:ahLst/>
                <a:cxnLst/>
                <a:rect l="l" t="t" r="r" b="b"/>
                <a:pathLst>
                  <a:path w="617220" h="619125">
                    <a:moveTo>
                      <a:pt x="324612" y="1524"/>
                    </a:moveTo>
                    <a:lnTo>
                      <a:pt x="292607" y="1524"/>
                    </a:lnTo>
                    <a:lnTo>
                      <a:pt x="307848" y="0"/>
                    </a:lnTo>
                    <a:lnTo>
                      <a:pt x="324612" y="1524"/>
                    </a:lnTo>
                    <a:close/>
                  </a:path>
                  <a:path w="617220" h="619125">
                    <a:moveTo>
                      <a:pt x="309372" y="618744"/>
                    </a:moveTo>
                    <a:lnTo>
                      <a:pt x="292607" y="618744"/>
                    </a:lnTo>
                    <a:lnTo>
                      <a:pt x="277368" y="617220"/>
                    </a:lnTo>
                    <a:lnTo>
                      <a:pt x="262128" y="614172"/>
                    </a:lnTo>
                    <a:lnTo>
                      <a:pt x="246888" y="612648"/>
                    </a:lnTo>
                    <a:lnTo>
                      <a:pt x="231648" y="608076"/>
                    </a:lnTo>
                    <a:lnTo>
                      <a:pt x="217931" y="605028"/>
                    </a:lnTo>
                    <a:lnTo>
                      <a:pt x="202692" y="600456"/>
                    </a:lnTo>
                    <a:lnTo>
                      <a:pt x="175260" y="588264"/>
                    </a:lnTo>
                    <a:lnTo>
                      <a:pt x="161543" y="580644"/>
                    </a:lnTo>
                    <a:lnTo>
                      <a:pt x="149352" y="574548"/>
                    </a:lnTo>
                    <a:lnTo>
                      <a:pt x="112776" y="548640"/>
                    </a:lnTo>
                    <a:lnTo>
                      <a:pt x="70104" y="505968"/>
                    </a:lnTo>
                    <a:lnTo>
                      <a:pt x="44196" y="469392"/>
                    </a:lnTo>
                    <a:lnTo>
                      <a:pt x="18288" y="416052"/>
                    </a:lnTo>
                    <a:lnTo>
                      <a:pt x="3048" y="356616"/>
                    </a:lnTo>
                    <a:lnTo>
                      <a:pt x="0" y="326136"/>
                    </a:lnTo>
                    <a:lnTo>
                      <a:pt x="0" y="294132"/>
                    </a:lnTo>
                    <a:lnTo>
                      <a:pt x="1524" y="278892"/>
                    </a:lnTo>
                    <a:lnTo>
                      <a:pt x="3048" y="262128"/>
                    </a:lnTo>
                    <a:lnTo>
                      <a:pt x="13716" y="217932"/>
                    </a:lnTo>
                    <a:lnTo>
                      <a:pt x="30480" y="175260"/>
                    </a:lnTo>
                    <a:lnTo>
                      <a:pt x="51816" y="137160"/>
                    </a:lnTo>
                    <a:lnTo>
                      <a:pt x="89916" y="91440"/>
                    </a:lnTo>
                    <a:lnTo>
                      <a:pt x="135636" y="53340"/>
                    </a:lnTo>
                    <a:lnTo>
                      <a:pt x="175260" y="30479"/>
                    </a:lnTo>
                    <a:lnTo>
                      <a:pt x="216407" y="15240"/>
                    </a:lnTo>
                    <a:lnTo>
                      <a:pt x="277368" y="1524"/>
                    </a:lnTo>
                    <a:lnTo>
                      <a:pt x="339852" y="1524"/>
                    </a:lnTo>
                    <a:lnTo>
                      <a:pt x="355092" y="4572"/>
                    </a:lnTo>
                    <a:lnTo>
                      <a:pt x="370332" y="6096"/>
                    </a:lnTo>
                    <a:lnTo>
                      <a:pt x="385572" y="10667"/>
                    </a:lnTo>
                    <a:lnTo>
                      <a:pt x="400812" y="13715"/>
                    </a:lnTo>
                    <a:lnTo>
                      <a:pt x="414528" y="19812"/>
                    </a:lnTo>
                    <a:lnTo>
                      <a:pt x="428244" y="24384"/>
                    </a:lnTo>
                    <a:lnTo>
                      <a:pt x="431673" y="25908"/>
                    </a:lnTo>
                    <a:lnTo>
                      <a:pt x="294131" y="25908"/>
                    </a:lnTo>
                    <a:lnTo>
                      <a:pt x="280416" y="27432"/>
                    </a:lnTo>
                    <a:lnTo>
                      <a:pt x="265176" y="28955"/>
                    </a:lnTo>
                    <a:lnTo>
                      <a:pt x="224028" y="38100"/>
                    </a:lnTo>
                    <a:lnTo>
                      <a:pt x="211836" y="42672"/>
                    </a:lnTo>
                    <a:lnTo>
                      <a:pt x="198119" y="48767"/>
                    </a:lnTo>
                    <a:lnTo>
                      <a:pt x="185928" y="53340"/>
                    </a:lnTo>
                    <a:lnTo>
                      <a:pt x="129540" y="89915"/>
                    </a:lnTo>
                    <a:lnTo>
                      <a:pt x="89916" y="128015"/>
                    </a:lnTo>
                    <a:lnTo>
                      <a:pt x="67056" y="163068"/>
                    </a:lnTo>
                    <a:lnTo>
                      <a:pt x="59436" y="173736"/>
                    </a:lnTo>
                    <a:lnTo>
                      <a:pt x="53340" y="185928"/>
                    </a:lnTo>
                    <a:lnTo>
                      <a:pt x="47244" y="199644"/>
                    </a:lnTo>
                    <a:lnTo>
                      <a:pt x="42672" y="211836"/>
                    </a:lnTo>
                    <a:lnTo>
                      <a:pt x="38100" y="225552"/>
                    </a:lnTo>
                    <a:lnTo>
                      <a:pt x="33528" y="237744"/>
                    </a:lnTo>
                    <a:lnTo>
                      <a:pt x="30480" y="251460"/>
                    </a:lnTo>
                    <a:lnTo>
                      <a:pt x="28956" y="266700"/>
                    </a:lnTo>
                    <a:lnTo>
                      <a:pt x="25908" y="294132"/>
                    </a:lnTo>
                    <a:lnTo>
                      <a:pt x="25908" y="323088"/>
                    </a:lnTo>
                    <a:lnTo>
                      <a:pt x="27432" y="338328"/>
                    </a:lnTo>
                    <a:lnTo>
                      <a:pt x="33528" y="379476"/>
                    </a:lnTo>
                    <a:lnTo>
                      <a:pt x="47244" y="419100"/>
                    </a:lnTo>
                    <a:lnTo>
                      <a:pt x="65532" y="455676"/>
                    </a:lnTo>
                    <a:lnTo>
                      <a:pt x="89916" y="489204"/>
                    </a:lnTo>
                    <a:lnTo>
                      <a:pt x="128016" y="527304"/>
                    </a:lnTo>
                    <a:lnTo>
                      <a:pt x="173736" y="559308"/>
                    </a:lnTo>
                    <a:lnTo>
                      <a:pt x="198119" y="569976"/>
                    </a:lnTo>
                    <a:lnTo>
                      <a:pt x="210312" y="576072"/>
                    </a:lnTo>
                    <a:lnTo>
                      <a:pt x="224028" y="580644"/>
                    </a:lnTo>
                    <a:lnTo>
                      <a:pt x="265176" y="589788"/>
                    </a:lnTo>
                    <a:lnTo>
                      <a:pt x="278892" y="591312"/>
                    </a:lnTo>
                    <a:lnTo>
                      <a:pt x="294131" y="592836"/>
                    </a:lnTo>
                    <a:lnTo>
                      <a:pt x="433197" y="592836"/>
                    </a:lnTo>
                    <a:lnTo>
                      <a:pt x="429768" y="594360"/>
                    </a:lnTo>
                    <a:lnTo>
                      <a:pt x="414528" y="598932"/>
                    </a:lnTo>
                    <a:lnTo>
                      <a:pt x="400812" y="605028"/>
                    </a:lnTo>
                    <a:lnTo>
                      <a:pt x="385572" y="608076"/>
                    </a:lnTo>
                    <a:lnTo>
                      <a:pt x="371856" y="612648"/>
                    </a:lnTo>
                    <a:lnTo>
                      <a:pt x="356616" y="614172"/>
                    </a:lnTo>
                    <a:lnTo>
                      <a:pt x="341376" y="617220"/>
                    </a:lnTo>
                    <a:lnTo>
                      <a:pt x="324612" y="617220"/>
                    </a:lnTo>
                    <a:lnTo>
                      <a:pt x="309372" y="618744"/>
                    </a:lnTo>
                    <a:close/>
                  </a:path>
                  <a:path w="617220" h="619125">
                    <a:moveTo>
                      <a:pt x="433197" y="592836"/>
                    </a:moveTo>
                    <a:lnTo>
                      <a:pt x="323087" y="592836"/>
                    </a:lnTo>
                    <a:lnTo>
                      <a:pt x="336804" y="591312"/>
                    </a:lnTo>
                    <a:lnTo>
                      <a:pt x="352044" y="589788"/>
                    </a:lnTo>
                    <a:lnTo>
                      <a:pt x="393192" y="580644"/>
                    </a:lnTo>
                    <a:lnTo>
                      <a:pt x="405384" y="576072"/>
                    </a:lnTo>
                    <a:lnTo>
                      <a:pt x="419100" y="571500"/>
                    </a:lnTo>
                    <a:lnTo>
                      <a:pt x="443484" y="559308"/>
                    </a:lnTo>
                    <a:lnTo>
                      <a:pt x="455676" y="551688"/>
                    </a:lnTo>
                    <a:lnTo>
                      <a:pt x="466344" y="545592"/>
                    </a:lnTo>
                    <a:lnTo>
                      <a:pt x="489204" y="528828"/>
                    </a:lnTo>
                    <a:lnTo>
                      <a:pt x="527304" y="490728"/>
                    </a:lnTo>
                    <a:lnTo>
                      <a:pt x="551687" y="457200"/>
                    </a:lnTo>
                    <a:lnTo>
                      <a:pt x="569976" y="420624"/>
                    </a:lnTo>
                    <a:lnTo>
                      <a:pt x="574548" y="406908"/>
                    </a:lnTo>
                    <a:lnTo>
                      <a:pt x="579120" y="394716"/>
                    </a:lnTo>
                    <a:lnTo>
                      <a:pt x="583692" y="381000"/>
                    </a:lnTo>
                    <a:lnTo>
                      <a:pt x="586739" y="367284"/>
                    </a:lnTo>
                    <a:lnTo>
                      <a:pt x="588263" y="353568"/>
                    </a:lnTo>
                    <a:lnTo>
                      <a:pt x="591312" y="338328"/>
                    </a:lnTo>
                    <a:lnTo>
                      <a:pt x="591312" y="324612"/>
                    </a:lnTo>
                    <a:lnTo>
                      <a:pt x="592836" y="309372"/>
                    </a:lnTo>
                    <a:lnTo>
                      <a:pt x="591312" y="295656"/>
                    </a:lnTo>
                    <a:lnTo>
                      <a:pt x="591312" y="280416"/>
                    </a:lnTo>
                    <a:lnTo>
                      <a:pt x="588263" y="266700"/>
                    </a:lnTo>
                    <a:lnTo>
                      <a:pt x="586739" y="252984"/>
                    </a:lnTo>
                    <a:lnTo>
                      <a:pt x="574548" y="211836"/>
                    </a:lnTo>
                    <a:lnTo>
                      <a:pt x="551687" y="163068"/>
                    </a:lnTo>
                    <a:lnTo>
                      <a:pt x="527304" y="129540"/>
                    </a:lnTo>
                    <a:lnTo>
                      <a:pt x="489204" y="91440"/>
                    </a:lnTo>
                    <a:lnTo>
                      <a:pt x="455676" y="67055"/>
                    </a:lnTo>
                    <a:lnTo>
                      <a:pt x="406908" y="42672"/>
                    </a:lnTo>
                    <a:lnTo>
                      <a:pt x="393192" y="39624"/>
                    </a:lnTo>
                    <a:lnTo>
                      <a:pt x="379476" y="35052"/>
                    </a:lnTo>
                    <a:lnTo>
                      <a:pt x="352044" y="28955"/>
                    </a:lnTo>
                    <a:lnTo>
                      <a:pt x="338328" y="27432"/>
                    </a:lnTo>
                    <a:lnTo>
                      <a:pt x="323087" y="25908"/>
                    </a:lnTo>
                    <a:lnTo>
                      <a:pt x="431673" y="25908"/>
                    </a:lnTo>
                    <a:lnTo>
                      <a:pt x="469392" y="45720"/>
                    </a:lnTo>
                    <a:lnTo>
                      <a:pt x="504444" y="70103"/>
                    </a:lnTo>
                    <a:lnTo>
                      <a:pt x="547116" y="112776"/>
                    </a:lnTo>
                    <a:lnTo>
                      <a:pt x="573024" y="149352"/>
                    </a:lnTo>
                    <a:lnTo>
                      <a:pt x="598932" y="202692"/>
                    </a:lnTo>
                    <a:lnTo>
                      <a:pt x="603504" y="217932"/>
                    </a:lnTo>
                    <a:lnTo>
                      <a:pt x="608076" y="231648"/>
                    </a:lnTo>
                    <a:lnTo>
                      <a:pt x="614172" y="262128"/>
                    </a:lnTo>
                    <a:lnTo>
                      <a:pt x="617220" y="292608"/>
                    </a:lnTo>
                    <a:lnTo>
                      <a:pt x="617220" y="324612"/>
                    </a:lnTo>
                    <a:lnTo>
                      <a:pt x="615696" y="341376"/>
                    </a:lnTo>
                    <a:lnTo>
                      <a:pt x="614172" y="356616"/>
                    </a:lnTo>
                    <a:lnTo>
                      <a:pt x="608076" y="387096"/>
                    </a:lnTo>
                    <a:lnTo>
                      <a:pt x="603504" y="400812"/>
                    </a:lnTo>
                    <a:lnTo>
                      <a:pt x="598932" y="416052"/>
                    </a:lnTo>
                    <a:lnTo>
                      <a:pt x="580644" y="457200"/>
                    </a:lnTo>
                    <a:lnTo>
                      <a:pt x="547116" y="505968"/>
                    </a:lnTo>
                    <a:lnTo>
                      <a:pt x="505968" y="547116"/>
                    </a:lnTo>
                    <a:lnTo>
                      <a:pt x="469392" y="573024"/>
                    </a:lnTo>
                    <a:lnTo>
                      <a:pt x="455676" y="580644"/>
                    </a:lnTo>
                    <a:lnTo>
                      <a:pt x="443484" y="588264"/>
                    </a:lnTo>
                    <a:lnTo>
                      <a:pt x="433197" y="592836"/>
                    </a:lnTo>
                    <a:close/>
                  </a:path>
                </a:pathLst>
              </a:custGeom>
              <a:solidFill>
                <a:srgbClr val="BF0000"/>
              </a:solidFill>
            </p:spPr>
            <p:txBody>
              <a:bodyPr wrap="square" lIns="0" tIns="0" rIns="0" bIns="0" rtlCol="0"/>
              <a:lstStyle/>
              <a:p>
                <a:endParaRPr sz="1588">
                  <a:solidFill>
                    <a:prstClr val="black"/>
                  </a:solidFill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0886619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/>
          <p:cNvSpPr>
            <a:spLocks noGrp="1"/>
          </p:cNvSpPr>
          <p:nvPr>
            <p:ph idx="10"/>
          </p:nvPr>
        </p:nvSpPr>
        <p:spPr/>
        <p:txBody>
          <a:bodyPr>
            <a:normAutofit fontScale="92500" lnSpcReduction="20000"/>
          </a:bodyPr>
          <a:lstStyle/>
          <a:p>
            <a:pPr marL="324428" marR="248224" indent="-302575">
              <a:spcBef>
                <a:spcPts val="93"/>
              </a:spcBef>
              <a:buFont typeface="Arial"/>
              <a:buChar char="•"/>
              <a:tabLst>
                <a:tab pos="324428" algn="l"/>
                <a:tab pos="324988" algn="l"/>
              </a:tabLst>
            </a:pPr>
            <a:r>
              <a:rPr lang="en-US" spc="-4" dirty="0">
                <a:solidFill>
                  <a:prstClr val="black"/>
                </a:solidFill>
                <a:cs typeface="Calibri"/>
              </a:rPr>
              <a:t>Consider </a:t>
            </a:r>
            <a:r>
              <a:rPr lang="en-US" dirty="0">
                <a:solidFill>
                  <a:prstClr val="black"/>
                </a:solidFill>
                <a:cs typeface="Calibri"/>
              </a:rPr>
              <a:t>a </a:t>
            </a:r>
            <a:r>
              <a:rPr lang="en-US" spc="-9" dirty="0">
                <a:solidFill>
                  <a:prstClr val="black"/>
                </a:solidFill>
                <a:cs typeface="Calibri"/>
              </a:rPr>
              <a:t>network </a:t>
            </a:r>
            <a:r>
              <a:rPr lang="en-US" spc="-4" dirty="0">
                <a:solidFill>
                  <a:prstClr val="black"/>
                </a:solidFill>
                <a:cs typeface="Calibri"/>
              </a:rPr>
              <a:t>that </a:t>
            </a:r>
            <a:r>
              <a:rPr lang="en-US" spc="-9" dirty="0">
                <a:solidFill>
                  <a:prstClr val="black"/>
                </a:solidFill>
                <a:cs typeface="Calibri"/>
              </a:rPr>
              <a:t>must </a:t>
            </a:r>
            <a:r>
              <a:rPr lang="en-US" spc="-4" dirty="0">
                <a:solidFill>
                  <a:prstClr val="black"/>
                </a:solidFill>
                <a:cs typeface="Calibri"/>
              </a:rPr>
              <a:t>distinguish </a:t>
            </a:r>
            <a:r>
              <a:rPr lang="en-US" dirty="0">
                <a:solidFill>
                  <a:prstClr val="black"/>
                </a:solidFill>
                <a:cs typeface="Calibri"/>
              </a:rPr>
              <a:t>if an </a:t>
            </a:r>
            <a:r>
              <a:rPr lang="en-US" spc="-4" dirty="0">
                <a:solidFill>
                  <a:prstClr val="black"/>
                </a:solidFill>
                <a:cs typeface="Calibri"/>
              </a:rPr>
              <a:t>input </a:t>
            </a:r>
            <a:r>
              <a:rPr lang="en-US" spc="-9" dirty="0">
                <a:solidFill>
                  <a:prstClr val="black"/>
                </a:solidFill>
                <a:cs typeface="Calibri"/>
              </a:rPr>
              <a:t>is </a:t>
            </a:r>
            <a:r>
              <a:rPr lang="en-US" dirty="0">
                <a:solidFill>
                  <a:prstClr val="black"/>
                </a:solidFill>
                <a:cs typeface="Calibri"/>
              </a:rPr>
              <a:t>a </a:t>
            </a:r>
            <a:r>
              <a:rPr lang="en-US" spc="-9" dirty="0">
                <a:solidFill>
                  <a:prstClr val="black"/>
                </a:solidFill>
                <a:cs typeface="Calibri"/>
              </a:rPr>
              <a:t>cat, </a:t>
            </a:r>
            <a:r>
              <a:rPr lang="en-US" dirty="0">
                <a:solidFill>
                  <a:prstClr val="black"/>
                </a:solidFill>
                <a:cs typeface="Calibri"/>
              </a:rPr>
              <a:t>a </a:t>
            </a:r>
            <a:r>
              <a:rPr lang="en-US" spc="4" dirty="0">
                <a:solidFill>
                  <a:prstClr val="black"/>
                </a:solidFill>
                <a:cs typeface="Calibri"/>
              </a:rPr>
              <a:t>dog, </a:t>
            </a:r>
            <a:r>
              <a:rPr lang="en-US" dirty="0">
                <a:solidFill>
                  <a:prstClr val="black"/>
                </a:solidFill>
                <a:cs typeface="Calibri"/>
              </a:rPr>
              <a:t>a  </a:t>
            </a:r>
            <a:r>
              <a:rPr lang="en-US" spc="-4" dirty="0">
                <a:solidFill>
                  <a:prstClr val="black"/>
                </a:solidFill>
                <a:cs typeface="Calibri"/>
              </a:rPr>
              <a:t>camel, </a:t>
            </a:r>
            <a:r>
              <a:rPr lang="en-US" dirty="0">
                <a:solidFill>
                  <a:prstClr val="black"/>
                </a:solidFill>
                <a:cs typeface="Calibri"/>
              </a:rPr>
              <a:t>a </a:t>
            </a:r>
            <a:r>
              <a:rPr lang="en-US" spc="-4" dirty="0">
                <a:solidFill>
                  <a:prstClr val="black"/>
                </a:solidFill>
                <a:cs typeface="Calibri"/>
              </a:rPr>
              <a:t>hat, </a:t>
            </a:r>
            <a:r>
              <a:rPr lang="en-US" spc="-9" dirty="0">
                <a:solidFill>
                  <a:prstClr val="black"/>
                </a:solidFill>
                <a:cs typeface="Calibri"/>
              </a:rPr>
              <a:t>or </a:t>
            </a:r>
            <a:r>
              <a:rPr lang="en-US" dirty="0">
                <a:solidFill>
                  <a:prstClr val="black"/>
                </a:solidFill>
                <a:cs typeface="Calibri"/>
              </a:rPr>
              <a:t>a</a:t>
            </a:r>
            <a:r>
              <a:rPr lang="en-US" spc="13" dirty="0">
                <a:solidFill>
                  <a:prstClr val="black"/>
                </a:solidFill>
                <a:cs typeface="Calibri"/>
              </a:rPr>
              <a:t> </a:t>
            </a:r>
            <a:r>
              <a:rPr lang="en-US" spc="-4" dirty="0">
                <a:solidFill>
                  <a:prstClr val="black"/>
                </a:solidFill>
                <a:cs typeface="Calibri"/>
              </a:rPr>
              <a:t>flower</a:t>
            </a:r>
            <a:endParaRPr lang="en-US" dirty="0">
              <a:solidFill>
                <a:prstClr val="black"/>
              </a:solidFill>
              <a:cs typeface="Calibri"/>
            </a:endParaRPr>
          </a:p>
          <a:p>
            <a:pPr marL="324428" marR="1968418" indent="-324428">
              <a:lnSpc>
                <a:spcPct val="120000"/>
              </a:lnSpc>
              <a:buFont typeface="Arial"/>
              <a:buChar char="•"/>
              <a:tabLst>
                <a:tab pos="324428" algn="l"/>
                <a:tab pos="324988" algn="l"/>
              </a:tabLst>
            </a:pPr>
            <a:r>
              <a:rPr lang="en-US" spc="-26" dirty="0">
                <a:solidFill>
                  <a:prstClr val="black"/>
                </a:solidFill>
                <a:cs typeface="Calibri"/>
              </a:rPr>
              <a:t>We </a:t>
            </a:r>
            <a:r>
              <a:rPr lang="en-US" spc="-4" dirty="0">
                <a:solidFill>
                  <a:prstClr val="black"/>
                </a:solidFill>
                <a:cs typeface="Calibri"/>
              </a:rPr>
              <a:t>can </a:t>
            </a:r>
            <a:r>
              <a:rPr lang="en-US" spc="-13" dirty="0">
                <a:solidFill>
                  <a:prstClr val="black"/>
                </a:solidFill>
                <a:cs typeface="Calibri"/>
              </a:rPr>
              <a:t>represent </a:t>
            </a:r>
            <a:r>
              <a:rPr lang="en-US" dirty="0">
                <a:solidFill>
                  <a:prstClr val="black"/>
                </a:solidFill>
                <a:cs typeface="Calibri"/>
              </a:rPr>
              <a:t>this </a:t>
            </a:r>
            <a:r>
              <a:rPr lang="en-US" spc="-9" dirty="0">
                <a:solidFill>
                  <a:prstClr val="black"/>
                </a:solidFill>
                <a:cs typeface="Calibri"/>
              </a:rPr>
              <a:t>set </a:t>
            </a:r>
            <a:r>
              <a:rPr lang="en-US" dirty="0">
                <a:solidFill>
                  <a:prstClr val="black"/>
                </a:solidFill>
                <a:cs typeface="Calibri"/>
              </a:rPr>
              <a:t>as </a:t>
            </a:r>
            <a:r>
              <a:rPr lang="en-US" spc="4" dirty="0">
                <a:solidFill>
                  <a:prstClr val="black"/>
                </a:solidFill>
                <a:cs typeface="Calibri"/>
              </a:rPr>
              <a:t>the </a:t>
            </a:r>
            <a:r>
              <a:rPr lang="en-US" spc="-9" dirty="0">
                <a:solidFill>
                  <a:prstClr val="black"/>
                </a:solidFill>
                <a:cs typeface="Calibri"/>
              </a:rPr>
              <a:t>following vector:  [cat </a:t>
            </a:r>
            <a:r>
              <a:rPr lang="en-US" spc="4" dirty="0">
                <a:solidFill>
                  <a:prstClr val="black"/>
                </a:solidFill>
                <a:cs typeface="Calibri"/>
              </a:rPr>
              <a:t>dog </a:t>
            </a:r>
            <a:r>
              <a:rPr lang="en-US" spc="-4" dirty="0">
                <a:solidFill>
                  <a:prstClr val="black"/>
                </a:solidFill>
                <a:cs typeface="Calibri"/>
              </a:rPr>
              <a:t>camel </a:t>
            </a:r>
            <a:r>
              <a:rPr lang="en-US" spc="-9" dirty="0">
                <a:solidFill>
                  <a:prstClr val="black"/>
                </a:solidFill>
                <a:cs typeface="Calibri"/>
              </a:rPr>
              <a:t>hat </a:t>
            </a:r>
            <a:r>
              <a:rPr lang="en-US" spc="-4" dirty="0">
                <a:solidFill>
                  <a:prstClr val="black"/>
                </a:solidFill>
                <a:cs typeface="Calibri"/>
              </a:rPr>
              <a:t>flower]</a:t>
            </a:r>
            <a:r>
              <a:rPr lang="en-US" spc="-6" baseline="25641" dirty="0">
                <a:solidFill>
                  <a:prstClr val="black"/>
                </a:solidFill>
                <a:cs typeface="Calibri"/>
              </a:rPr>
              <a:t>T</a:t>
            </a:r>
            <a:endParaRPr lang="en-US" baseline="25641" dirty="0">
              <a:solidFill>
                <a:prstClr val="black"/>
              </a:solidFill>
              <a:cs typeface="Calibri"/>
            </a:endParaRPr>
          </a:p>
          <a:p>
            <a:pPr marL="324428" marR="1162672" indent="-324428">
              <a:lnSpc>
                <a:spcPct val="120000"/>
              </a:lnSpc>
              <a:buFont typeface="Arial"/>
              <a:buChar char="•"/>
              <a:tabLst>
                <a:tab pos="324428" algn="l"/>
                <a:tab pos="324988" algn="l"/>
              </a:tabLst>
            </a:pPr>
            <a:r>
              <a:rPr lang="en-US" spc="-4" dirty="0">
                <a:solidFill>
                  <a:prstClr val="black"/>
                </a:solidFill>
                <a:cs typeface="Calibri"/>
              </a:rPr>
              <a:t>For </a:t>
            </a:r>
            <a:r>
              <a:rPr lang="en-US" dirty="0">
                <a:solidFill>
                  <a:prstClr val="black"/>
                </a:solidFill>
                <a:cs typeface="Calibri"/>
              </a:rPr>
              <a:t>inputs </a:t>
            </a:r>
            <a:r>
              <a:rPr lang="en-US" spc="-9" dirty="0">
                <a:solidFill>
                  <a:prstClr val="black"/>
                </a:solidFill>
                <a:cs typeface="Calibri"/>
              </a:rPr>
              <a:t>of </a:t>
            </a:r>
            <a:r>
              <a:rPr lang="en-US" spc="-4" dirty="0">
                <a:solidFill>
                  <a:prstClr val="black"/>
                </a:solidFill>
                <a:cs typeface="Calibri"/>
              </a:rPr>
              <a:t>each </a:t>
            </a:r>
            <a:r>
              <a:rPr lang="en-US" dirty="0">
                <a:solidFill>
                  <a:prstClr val="black"/>
                </a:solidFill>
                <a:cs typeface="Calibri"/>
              </a:rPr>
              <a:t>of </a:t>
            </a:r>
            <a:r>
              <a:rPr lang="en-US" spc="4" dirty="0">
                <a:solidFill>
                  <a:prstClr val="black"/>
                </a:solidFill>
                <a:cs typeface="Calibri"/>
              </a:rPr>
              <a:t>the </a:t>
            </a:r>
            <a:r>
              <a:rPr lang="en-US" spc="-9" dirty="0">
                <a:solidFill>
                  <a:prstClr val="black"/>
                </a:solidFill>
                <a:cs typeface="Calibri"/>
              </a:rPr>
              <a:t>five </a:t>
            </a:r>
            <a:r>
              <a:rPr lang="en-US" spc="-4" dirty="0">
                <a:solidFill>
                  <a:prstClr val="black"/>
                </a:solidFill>
                <a:cs typeface="Calibri"/>
              </a:rPr>
              <a:t>classes </a:t>
            </a:r>
            <a:r>
              <a:rPr lang="en-US" dirty="0">
                <a:solidFill>
                  <a:prstClr val="black"/>
                </a:solidFill>
                <a:cs typeface="Calibri"/>
              </a:rPr>
              <a:t>the </a:t>
            </a:r>
            <a:r>
              <a:rPr lang="en-US" spc="-9" dirty="0">
                <a:solidFill>
                  <a:prstClr val="black"/>
                </a:solidFill>
                <a:cs typeface="Calibri"/>
              </a:rPr>
              <a:t>desired </a:t>
            </a:r>
            <a:r>
              <a:rPr lang="en-US" dirty="0">
                <a:solidFill>
                  <a:prstClr val="black"/>
                </a:solidFill>
                <a:cs typeface="Calibri"/>
              </a:rPr>
              <a:t>output </a:t>
            </a:r>
            <a:r>
              <a:rPr lang="en-US" spc="-4" dirty="0">
                <a:solidFill>
                  <a:prstClr val="black"/>
                </a:solidFill>
                <a:cs typeface="Calibri"/>
              </a:rPr>
              <a:t>is:  </a:t>
            </a:r>
            <a:r>
              <a:rPr lang="en-US" spc="-9" dirty="0">
                <a:solidFill>
                  <a:prstClr val="black"/>
                </a:solidFill>
                <a:cs typeface="Calibri"/>
              </a:rPr>
              <a:t>cat: </a:t>
            </a:r>
            <a:r>
              <a:rPr lang="en-US" dirty="0">
                <a:solidFill>
                  <a:prstClr val="black"/>
                </a:solidFill>
                <a:cs typeface="Calibri"/>
              </a:rPr>
              <a:t>[1 0 0 0 0]</a:t>
            </a:r>
            <a:r>
              <a:rPr lang="en-US" spc="-163" dirty="0">
                <a:solidFill>
                  <a:prstClr val="black"/>
                </a:solidFill>
                <a:cs typeface="Calibri"/>
              </a:rPr>
              <a:t> </a:t>
            </a:r>
            <a:r>
              <a:rPr lang="en-US" spc="19" baseline="25641" dirty="0">
                <a:solidFill>
                  <a:prstClr val="black"/>
                </a:solidFill>
                <a:cs typeface="Calibri"/>
              </a:rPr>
              <a:t>T</a:t>
            </a:r>
            <a:endParaRPr lang="en-US" baseline="25641" dirty="0">
              <a:solidFill>
                <a:prstClr val="black"/>
              </a:solidFill>
              <a:cs typeface="Calibri"/>
            </a:endParaRPr>
          </a:p>
          <a:p>
            <a:pPr marR="4590735" algn="r">
              <a:spcBef>
                <a:spcPts val="424"/>
              </a:spcBef>
              <a:tabLst>
                <a:tab pos="551919" algn="l"/>
              </a:tabLst>
            </a:pPr>
            <a:r>
              <a:rPr lang="en-US" dirty="0">
                <a:solidFill>
                  <a:prstClr val="black"/>
                </a:solidFill>
                <a:cs typeface="Calibri"/>
              </a:rPr>
              <a:t>dog:	</a:t>
            </a:r>
            <a:r>
              <a:rPr lang="en-US" spc="-9" dirty="0">
                <a:solidFill>
                  <a:prstClr val="black"/>
                </a:solidFill>
                <a:cs typeface="Calibri"/>
              </a:rPr>
              <a:t>[0 </a:t>
            </a:r>
            <a:r>
              <a:rPr lang="en-US" dirty="0">
                <a:solidFill>
                  <a:prstClr val="black"/>
                </a:solidFill>
                <a:cs typeface="Calibri"/>
              </a:rPr>
              <a:t>1 0 0 0]</a:t>
            </a:r>
            <a:r>
              <a:rPr lang="en-US" spc="-224" dirty="0">
                <a:solidFill>
                  <a:prstClr val="black"/>
                </a:solidFill>
                <a:cs typeface="Calibri"/>
              </a:rPr>
              <a:t> </a:t>
            </a:r>
            <a:r>
              <a:rPr lang="en-US" spc="19" baseline="25641" dirty="0">
                <a:solidFill>
                  <a:prstClr val="black"/>
                </a:solidFill>
                <a:cs typeface="Calibri"/>
              </a:rPr>
              <a:t>T</a:t>
            </a:r>
            <a:endParaRPr lang="en-US" baseline="25641" dirty="0">
              <a:solidFill>
                <a:prstClr val="black"/>
              </a:solidFill>
              <a:cs typeface="Calibri"/>
            </a:endParaRPr>
          </a:p>
          <a:p>
            <a:pPr marR="4587933" algn="r">
              <a:spcBef>
                <a:spcPts val="424"/>
              </a:spcBef>
              <a:tabLst>
                <a:tab pos="756437" algn="l"/>
              </a:tabLst>
            </a:pPr>
            <a:r>
              <a:rPr lang="en-US" spc="-4" dirty="0">
                <a:solidFill>
                  <a:prstClr val="black"/>
                </a:solidFill>
                <a:cs typeface="Calibri"/>
              </a:rPr>
              <a:t>camel:	</a:t>
            </a:r>
            <a:r>
              <a:rPr lang="en-US" spc="-9" dirty="0">
                <a:solidFill>
                  <a:prstClr val="black"/>
                </a:solidFill>
                <a:cs typeface="Calibri"/>
              </a:rPr>
              <a:t>[0 </a:t>
            </a:r>
            <a:r>
              <a:rPr lang="en-US" dirty="0">
                <a:solidFill>
                  <a:prstClr val="black"/>
                </a:solidFill>
                <a:cs typeface="Calibri"/>
              </a:rPr>
              <a:t>0 1 0 0]</a:t>
            </a:r>
            <a:r>
              <a:rPr lang="en-US" spc="-224" dirty="0">
                <a:solidFill>
                  <a:prstClr val="black"/>
                </a:solidFill>
                <a:cs typeface="Calibri"/>
              </a:rPr>
              <a:t> </a:t>
            </a:r>
            <a:r>
              <a:rPr lang="en-US" spc="19" baseline="25641" dirty="0">
                <a:solidFill>
                  <a:prstClr val="black"/>
                </a:solidFill>
                <a:cs typeface="Calibri"/>
              </a:rPr>
              <a:t>T</a:t>
            </a:r>
            <a:endParaRPr lang="en-US" baseline="25641" dirty="0">
              <a:solidFill>
                <a:prstClr val="black"/>
              </a:solidFill>
              <a:cs typeface="Calibri"/>
            </a:endParaRPr>
          </a:p>
          <a:p>
            <a:pPr marR="4581209" algn="r">
              <a:spcBef>
                <a:spcPts val="424"/>
              </a:spcBef>
              <a:tabLst>
                <a:tab pos="511576" algn="l"/>
              </a:tabLst>
            </a:pPr>
            <a:r>
              <a:rPr lang="en-US" spc="-4" dirty="0">
                <a:solidFill>
                  <a:prstClr val="black"/>
                </a:solidFill>
                <a:cs typeface="Calibri"/>
              </a:rPr>
              <a:t>hat:	</a:t>
            </a:r>
            <a:r>
              <a:rPr lang="en-US" spc="-9" dirty="0">
                <a:solidFill>
                  <a:prstClr val="black"/>
                </a:solidFill>
                <a:cs typeface="Calibri"/>
              </a:rPr>
              <a:t>[0 </a:t>
            </a:r>
            <a:r>
              <a:rPr lang="en-US" dirty="0">
                <a:solidFill>
                  <a:prstClr val="black"/>
                </a:solidFill>
                <a:cs typeface="Calibri"/>
              </a:rPr>
              <a:t>0 0 1 0]</a:t>
            </a:r>
            <a:r>
              <a:rPr lang="en-US" spc="-224" dirty="0">
                <a:solidFill>
                  <a:prstClr val="black"/>
                </a:solidFill>
                <a:cs typeface="Calibri"/>
              </a:rPr>
              <a:t> </a:t>
            </a:r>
            <a:r>
              <a:rPr lang="en-US" spc="19" baseline="25641" dirty="0">
                <a:solidFill>
                  <a:prstClr val="black"/>
                </a:solidFill>
                <a:cs typeface="Calibri"/>
              </a:rPr>
              <a:t>T</a:t>
            </a:r>
            <a:endParaRPr lang="en-US" baseline="25641" dirty="0">
              <a:solidFill>
                <a:prstClr val="black"/>
              </a:solidFill>
              <a:cs typeface="Calibri"/>
            </a:endParaRPr>
          </a:p>
          <a:p>
            <a:pPr marR="4597458" algn="r">
              <a:spcBef>
                <a:spcPts val="419"/>
              </a:spcBef>
            </a:pPr>
            <a:r>
              <a:rPr lang="en-US" spc="-9" dirty="0">
                <a:solidFill>
                  <a:prstClr val="black"/>
                </a:solidFill>
                <a:cs typeface="Calibri"/>
              </a:rPr>
              <a:t>flower:  </a:t>
            </a:r>
            <a:r>
              <a:rPr lang="en-US" dirty="0">
                <a:solidFill>
                  <a:prstClr val="black"/>
                </a:solidFill>
                <a:cs typeface="Calibri"/>
              </a:rPr>
              <a:t>[0 0 0 0 1]</a:t>
            </a:r>
            <a:r>
              <a:rPr lang="en-US" spc="-202" dirty="0">
                <a:solidFill>
                  <a:prstClr val="black"/>
                </a:solidFill>
                <a:cs typeface="Calibri"/>
              </a:rPr>
              <a:t> </a:t>
            </a:r>
            <a:r>
              <a:rPr lang="en-US" spc="19" baseline="25641" dirty="0">
                <a:solidFill>
                  <a:prstClr val="black"/>
                </a:solidFill>
                <a:cs typeface="Calibri"/>
              </a:rPr>
              <a:t>T</a:t>
            </a:r>
            <a:endParaRPr lang="en-US" baseline="25641" dirty="0">
              <a:solidFill>
                <a:prstClr val="black"/>
              </a:solidFill>
              <a:cs typeface="Calibri"/>
            </a:endParaRPr>
          </a:p>
          <a:p>
            <a:pPr marL="324428" marR="15689" indent="-302575">
              <a:spcBef>
                <a:spcPts val="424"/>
              </a:spcBef>
              <a:buFont typeface="Arial"/>
              <a:buChar char="•"/>
              <a:tabLst>
                <a:tab pos="324428" algn="l"/>
                <a:tab pos="324988" algn="l"/>
              </a:tabLst>
            </a:pPr>
            <a:r>
              <a:rPr lang="en-US" spc="-4" dirty="0">
                <a:solidFill>
                  <a:prstClr val="black"/>
                </a:solidFill>
                <a:cs typeface="Calibri"/>
              </a:rPr>
              <a:t>For </a:t>
            </a:r>
            <a:r>
              <a:rPr lang="en-US" dirty="0">
                <a:solidFill>
                  <a:prstClr val="black"/>
                </a:solidFill>
                <a:cs typeface="Calibri"/>
              </a:rPr>
              <a:t>an input </a:t>
            </a:r>
            <a:r>
              <a:rPr lang="en-US" spc="-9" dirty="0">
                <a:solidFill>
                  <a:prstClr val="black"/>
                </a:solidFill>
                <a:cs typeface="Calibri"/>
              </a:rPr>
              <a:t>of any </a:t>
            </a:r>
            <a:r>
              <a:rPr lang="en-US" spc="-4" dirty="0">
                <a:solidFill>
                  <a:prstClr val="black"/>
                </a:solidFill>
                <a:cs typeface="Calibri"/>
              </a:rPr>
              <a:t>class, </a:t>
            </a:r>
            <a:r>
              <a:rPr lang="en-US" spc="-13" dirty="0">
                <a:solidFill>
                  <a:prstClr val="black"/>
                </a:solidFill>
                <a:cs typeface="Calibri"/>
              </a:rPr>
              <a:t>we </a:t>
            </a:r>
            <a:r>
              <a:rPr lang="en-US" spc="-4" dirty="0">
                <a:solidFill>
                  <a:prstClr val="black"/>
                </a:solidFill>
                <a:cs typeface="Calibri"/>
              </a:rPr>
              <a:t>will </a:t>
            </a:r>
            <a:r>
              <a:rPr lang="en-US" spc="-18" dirty="0">
                <a:solidFill>
                  <a:prstClr val="black"/>
                </a:solidFill>
                <a:cs typeface="Calibri"/>
              </a:rPr>
              <a:t>have </a:t>
            </a:r>
            <a:r>
              <a:rPr lang="en-US" dirty="0">
                <a:solidFill>
                  <a:prstClr val="black"/>
                </a:solidFill>
                <a:cs typeface="Calibri"/>
              </a:rPr>
              <a:t>a </a:t>
            </a:r>
            <a:r>
              <a:rPr lang="en-US" spc="-4" dirty="0">
                <a:solidFill>
                  <a:prstClr val="black"/>
                </a:solidFill>
                <a:cs typeface="Calibri"/>
              </a:rPr>
              <a:t>five-dimensional </a:t>
            </a:r>
            <a:r>
              <a:rPr lang="en-US" spc="-9" dirty="0">
                <a:solidFill>
                  <a:prstClr val="black"/>
                </a:solidFill>
                <a:cs typeface="Calibri"/>
              </a:rPr>
              <a:t>vector </a:t>
            </a:r>
            <a:r>
              <a:rPr lang="en-US" dirty="0">
                <a:solidFill>
                  <a:prstClr val="black"/>
                </a:solidFill>
                <a:cs typeface="Calibri"/>
              </a:rPr>
              <a:t>output  with </a:t>
            </a:r>
            <a:r>
              <a:rPr lang="en-US" spc="-9" dirty="0">
                <a:solidFill>
                  <a:prstClr val="black"/>
                </a:solidFill>
                <a:cs typeface="Calibri"/>
              </a:rPr>
              <a:t>four </a:t>
            </a:r>
            <a:r>
              <a:rPr lang="en-US" spc="-18" dirty="0">
                <a:solidFill>
                  <a:prstClr val="black"/>
                </a:solidFill>
                <a:cs typeface="Calibri"/>
              </a:rPr>
              <a:t>zeros </a:t>
            </a:r>
            <a:r>
              <a:rPr lang="en-US" spc="-4" dirty="0">
                <a:solidFill>
                  <a:prstClr val="black"/>
                </a:solidFill>
                <a:cs typeface="Calibri"/>
              </a:rPr>
              <a:t>and </a:t>
            </a:r>
            <a:r>
              <a:rPr lang="en-US" dirty="0">
                <a:solidFill>
                  <a:prstClr val="black"/>
                </a:solidFill>
                <a:cs typeface="Calibri"/>
              </a:rPr>
              <a:t>a </a:t>
            </a:r>
            <a:r>
              <a:rPr lang="en-US" spc="-4" dirty="0">
                <a:solidFill>
                  <a:prstClr val="black"/>
                </a:solidFill>
                <a:cs typeface="Calibri"/>
              </a:rPr>
              <a:t>single </a:t>
            </a:r>
            <a:r>
              <a:rPr lang="en-US" dirty="0">
                <a:solidFill>
                  <a:prstClr val="black"/>
                </a:solidFill>
                <a:cs typeface="Calibri"/>
              </a:rPr>
              <a:t>1 </a:t>
            </a:r>
            <a:r>
              <a:rPr lang="en-US" spc="-18" dirty="0">
                <a:solidFill>
                  <a:prstClr val="black"/>
                </a:solidFill>
                <a:cs typeface="Calibri"/>
              </a:rPr>
              <a:t>at </a:t>
            </a:r>
            <a:r>
              <a:rPr lang="en-US" dirty="0">
                <a:solidFill>
                  <a:prstClr val="black"/>
                </a:solidFill>
                <a:cs typeface="Calibri"/>
              </a:rPr>
              <a:t>the </a:t>
            </a:r>
            <a:r>
              <a:rPr lang="en-US" spc="-4" dirty="0">
                <a:solidFill>
                  <a:prstClr val="black"/>
                </a:solidFill>
                <a:cs typeface="Calibri"/>
              </a:rPr>
              <a:t>position </a:t>
            </a:r>
            <a:r>
              <a:rPr lang="en-US" dirty="0">
                <a:solidFill>
                  <a:prstClr val="black"/>
                </a:solidFill>
                <a:cs typeface="Calibri"/>
              </a:rPr>
              <a:t>of </a:t>
            </a:r>
            <a:r>
              <a:rPr lang="en-US" spc="-9" dirty="0">
                <a:solidFill>
                  <a:prstClr val="black"/>
                </a:solidFill>
                <a:cs typeface="Calibri"/>
              </a:rPr>
              <a:t>that</a:t>
            </a:r>
            <a:r>
              <a:rPr lang="en-US" spc="53" dirty="0">
                <a:solidFill>
                  <a:prstClr val="black"/>
                </a:solidFill>
                <a:cs typeface="Calibri"/>
              </a:rPr>
              <a:t> </a:t>
            </a:r>
            <a:r>
              <a:rPr lang="en-US" spc="-4" dirty="0">
                <a:solidFill>
                  <a:prstClr val="black"/>
                </a:solidFill>
                <a:cs typeface="Calibri"/>
              </a:rPr>
              <a:t>class</a:t>
            </a:r>
            <a:endParaRPr lang="en-US" dirty="0">
              <a:solidFill>
                <a:prstClr val="black"/>
              </a:solidFill>
              <a:cs typeface="Calibri"/>
            </a:endParaRPr>
          </a:p>
          <a:p>
            <a:pPr marL="324428" indent="-302575">
              <a:spcBef>
                <a:spcPts val="424"/>
              </a:spcBef>
              <a:buFont typeface="Arial"/>
              <a:buChar char="•"/>
              <a:tabLst>
                <a:tab pos="324428" algn="l"/>
                <a:tab pos="324988" algn="l"/>
              </a:tabLst>
            </a:pPr>
            <a:r>
              <a:rPr lang="en-US" spc="-4" dirty="0">
                <a:solidFill>
                  <a:prstClr val="black"/>
                </a:solidFill>
                <a:cs typeface="Calibri"/>
              </a:rPr>
              <a:t>This </a:t>
            </a:r>
            <a:r>
              <a:rPr lang="en-US" spc="-9" dirty="0">
                <a:solidFill>
                  <a:prstClr val="black"/>
                </a:solidFill>
                <a:cs typeface="Calibri"/>
              </a:rPr>
              <a:t>is </a:t>
            </a:r>
            <a:r>
              <a:rPr lang="en-US" dirty="0">
                <a:solidFill>
                  <a:prstClr val="black"/>
                </a:solidFill>
                <a:cs typeface="Calibri"/>
              </a:rPr>
              <a:t>a </a:t>
            </a:r>
            <a:r>
              <a:rPr lang="en-US" i="1" dirty="0">
                <a:solidFill>
                  <a:prstClr val="black"/>
                </a:solidFill>
                <a:cs typeface="Calibri"/>
              </a:rPr>
              <a:t>one hot </a:t>
            </a:r>
            <a:r>
              <a:rPr lang="en-US" i="1" spc="-9" dirty="0">
                <a:solidFill>
                  <a:prstClr val="black"/>
                </a:solidFill>
                <a:cs typeface="Calibri"/>
              </a:rPr>
              <a:t>vector</a:t>
            </a:r>
            <a:endParaRPr lang="en-US" dirty="0">
              <a:solidFill>
                <a:prstClr val="black"/>
              </a:solidFill>
              <a:cs typeface="Calibri"/>
            </a:endParaRPr>
          </a:p>
          <a:p>
            <a:endParaRPr lang="en-IN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4344" y="609600"/>
            <a:ext cx="8915400" cy="564748"/>
          </a:xfrm>
          <a:prstGeom prst="rect">
            <a:avLst/>
          </a:prstGeom>
        </p:spPr>
        <p:txBody>
          <a:bodyPr vert="horz" wrap="square" lIns="0" tIns="10646" rIns="0" bIns="0" rtlCol="0">
            <a:spAutoFit/>
          </a:bodyPr>
          <a:lstStyle/>
          <a:p>
            <a:pPr marL="1128493" marR="4483" indent="-1117846">
              <a:spcBef>
                <a:spcPts val="84"/>
              </a:spcBef>
            </a:pPr>
            <a:r>
              <a:rPr spc="-4" dirty="0"/>
              <a:t>Multi-class </a:t>
            </a:r>
            <a:r>
              <a:rPr spc="-9" dirty="0"/>
              <a:t>output: </a:t>
            </a:r>
            <a:r>
              <a:rPr spc="-4" dirty="0"/>
              <a:t>One-hot  </a:t>
            </a:r>
            <a:r>
              <a:rPr spc="-18" dirty="0"/>
              <a:t>representations</a:t>
            </a:r>
          </a:p>
        </p:txBody>
      </p:sp>
    </p:spTree>
    <p:extLst>
      <p:ext uri="{BB962C8B-B14F-4D97-AF65-F5344CB8AC3E}">
        <p14:creationId xmlns:p14="http://schemas.microsoft.com/office/powerpoint/2010/main" val="262231884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Content Placeholder 14"/>
          <p:cNvSpPr>
            <a:spLocks noGrp="1"/>
          </p:cNvSpPr>
          <p:nvPr>
            <p:ph idx="10"/>
          </p:nvPr>
        </p:nvSpPr>
        <p:spPr>
          <a:xfrm>
            <a:off x="204716" y="3501648"/>
            <a:ext cx="8870537" cy="2985050"/>
          </a:xfrm>
        </p:spPr>
        <p:txBody>
          <a:bodyPr>
            <a:noAutofit/>
          </a:bodyPr>
          <a:lstStyle/>
          <a:p>
            <a:pPr marL="313221" marR="4483" indent="-302575">
              <a:spcBef>
                <a:spcPts val="459"/>
              </a:spcBef>
              <a:buFont typeface="Arial"/>
              <a:buChar char="•"/>
              <a:tabLst>
                <a:tab pos="313221" algn="l"/>
                <a:tab pos="313781" algn="l"/>
              </a:tabLst>
            </a:pPr>
            <a:r>
              <a:rPr lang="en-US" sz="2000" spc="-9" dirty="0">
                <a:solidFill>
                  <a:prstClr val="black"/>
                </a:solidFill>
                <a:cs typeface="Calibri"/>
              </a:rPr>
              <a:t>For a multi-class classifier with N classes, the one-hot representation will have N binary target outputs </a:t>
            </a:r>
          </a:p>
          <a:p>
            <a:pPr marL="313221" marR="4483" indent="-302575">
              <a:spcBef>
                <a:spcPts val="459"/>
              </a:spcBef>
              <a:buFont typeface="Arial"/>
              <a:buChar char="•"/>
              <a:tabLst>
                <a:tab pos="313221" algn="l"/>
                <a:tab pos="313781" algn="l"/>
              </a:tabLst>
            </a:pPr>
            <a:r>
              <a:rPr lang="en-US" sz="2000" spc="-9" dirty="0">
                <a:solidFill>
                  <a:prstClr val="black"/>
                </a:solidFill>
                <a:cs typeface="Calibri"/>
              </a:rPr>
              <a:t>The neural </a:t>
            </a:r>
            <a:r>
              <a:rPr lang="en-US" sz="2000" spc="-22" dirty="0">
                <a:solidFill>
                  <a:prstClr val="black"/>
                </a:solidFill>
                <a:cs typeface="Calibri"/>
              </a:rPr>
              <a:t>network’s </a:t>
            </a:r>
            <a:r>
              <a:rPr lang="en-US" sz="2000" spc="-4" dirty="0">
                <a:solidFill>
                  <a:prstClr val="black"/>
                </a:solidFill>
                <a:cs typeface="Calibri"/>
              </a:rPr>
              <a:t>output </a:t>
            </a:r>
            <a:r>
              <a:rPr lang="en-US" sz="2000" spc="-9" dirty="0">
                <a:solidFill>
                  <a:prstClr val="black"/>
                </a:solidFill>
                <a:cs typeface="Calibri"/>
              </a:rPr>
              <a:t>too </a:t>
            </a:r>
            <a:r>
              <a:rPr lang="en-US" sz="2000" spc="-13" dirty="0">
                <a:solidFill>
                  <a:prstClr val="black"/>
                </a:solidFill>
                <a:cs typeface="Calibri"/>
              </a:rPr>
              <a:t>must </a:t>
            </a:r>
            <a:r>
              <a:rPr lang="en-US" sz="2000" spc="-4" dirty="0">
                <a:solidFill>
                  <a:prstClr val="black"/>
                </a:solidFill>
                <a:cs typeface="Calibri"/>
              </a:rPr>
              <a:t>ideally </a:t>
            </a:r>
            <a:r>
              <a:rPr lang="en-US" sz="2000" spc="-9" dirty="0">
                <a:solidFill>
                  <a:prstClr val="black"/>
                </a:solidFill>
                <a:cs typeface="Calibri"/>
              </a:rPr>
              <a:t>be </a:t>
            </a:r>
            <a:r>
              <a:rPr lang="en-US" sz="2000" spc="-4" dirty="0">
                <a:solidFill>
                  <a:prstClr val="black"/>
                </a:solidFill>
                <a:cs typeface="Calibri"/>
              </a:rPr>
              <a:t>binary </a:t>
            </a:r>
            <a:r>
              <a:rPr lang="en-US" sz="2000" spc="-9" dirty="0">
                <a:solidFill>
                  <a:prstClr val="black"/>
                </a:solidFill>
                <a:cs typeface="Calibri"/>
              </a:rPr>
              <a:t>(N-1) </a:t>
            </a:r>
            <a:r>
              <a:rPr lang="en-US" sz="2000" spc="-18" dirty="0">
                <a:solidFill>
                  <a:prstClr val="black"/>
                </a:solidFill>
                <a:cs typeface="Calibri"/>
              </a:rPr>
              <a:t>zeros  </a:t>
            </a:r>
            <a:r>
              <a:rPr lang="en-US" sz="2000" dirty="0">
                <a:solidFill>
                  <a:prstClr val="black"/>
                </a:solidFill>
                <a:cs typeface="Calibri"/>
              </a:rPr>
              <a:t>and </a:t>
            </a:r>
            <a:r>
              <a:rPr lang="en-US" sz="2000" spc="-4" dirty="0">
                <a:solidFill>
                  <a:prstClr val="black"/>
                </a:solidFill>
                <a:cs typeface="Calibri"/>
              </a:rPr>
              <a:t>a single 1 </a:t>
            </a:r>
            <a:r>
              <a:rPr lang="en-US" sz="2000" spc="-13" dirty="0">
                <a:solidFill>
                  <a:prstClr val="black"/>
                </a:solidFill>
                <a:cs typeface="Calibri"/>
              </a:rPr>
              <a:t>in </a:t>
            </a:r>
            <a:r>
              <a:rPr lang="en-US" sz="2000" spc="-4" dirty="0">
                <a:solidFill>
                  <a:prstClr val="black"/>
                </a:solidFill>
                <a:cs typeface="Calibri"/>
              </a:rPr>
              <a:t>the </a:t>
            </a:r>
            <a:r>
              <a:rPr lang="en-US" sz="2000" spc="-9" dirty="0">
                <a:solidFill>
                  <a:prstClr val="black"/>
                </a:solidFill>
                <a:cs typeface="Calibri"/>
              </a:rPr>
              <a:t>right</a:t>
            </a:r>
            <a:r>
              <a:rPr lang="en-US" sz="2000" spc="4" dirty="0">
                <a:solidFill>
                  <a:prstClr val="black"/>
                </a:solidFill>
                <a:cs typeface="Calibri"/>
              </a:rPr>
              <a:t> </a:t>
            </a:r>
            <a:r>
              <a:rPr lang="en-US" sz="2000" spc="-4" dirty="0">
                <a:solidFill>
                  <a:prstClr val="black"/>
                </a:solidFill>
                <a:cs typeface="Calibri"/>
              </a:rPr>
              <a:t>place)</a:t>
            </a:r>
            <a:endParaRPr lang="en-US" sz="2000" dirty="0">
              <a:solidFill>
                <a:prstClr val="black"/>
              </a:solidFill>
              <a:cs typeface="Calibri"/>
            </a:endParaRPr>
          </a:p>
          <a:p>
            <a:pPr marL="313781" indent="-302575">
              <a:spcBef>
                <a:spcPts val="468"/>
              </a:spcBef>
              <a:buFont typeface="Arial"/>
              <a:buChar char="•"/>
              <a:tabLst>
                <a:tab pos="313221" algn="l"/>
                <a:tab pos="313781" algn="l"/>
              </a:tabLst>
            </a:pPr>
            <a:r>
              <a:rPr lang="en-US" sz="2000" spc="-9" dirty="0">
                <a:solidFill>
                  <a:prstClr val="black"/>
                </a:solidFill>
                <a:cs typeface="Calibri"/>
              </a:rPr>
              <a:t>More </a:t>
            </a:r>
            <a:r>
              <a:rPr lang="en-US" sz="2000" spc="-18" dirty="0">
                <a:solidFill>
                  <a:prstClr val="black"/>
                </a:solidFill>
                <a:cs typeface="Calibri"/>
              </a:rPr>
              <a:t>realistically, </a:t>
            </a:r>
            <a:r>
              <a:rPr lang="en-US" sz="2000" spc="-4" dirty="0">
                <a:solidFill>
                  <a:prstClr val="black"/>
                </a:solidFill>
                <a:cs typeface="Calibri"/>
              </a:rPr>
              <a:t>it </a:t>
            </a:r>
            <a:r>
              <a:rPr lang="en-US" sz="2000" spc="-9" dirty="0">
                <a:solidFill>
                  <a:prstClr val="black"/>
                </a:solidFill>
                <a:cs typeface="Calibri"/>
              </a:rPr>
              <a:t>will be </a:t>
            </a:r>
            <a:r>
              <a:rPr lang="en-US" sz="2000" spc="-4" dirty="0">
                <a:solidFill>
                  <a:prstClr val="black"/>
                </a:solidFill>
                <a:cs typeface="Calibri"/>
              </a:rPr>
              <a:t>a </a:t>
            </a:r>
            <a:r>
              <a:rPr lang="en-US" sz="2000" spc="-9" dirty="0">
                <a:solidFill>
                  <a:prstClr val="black"/>
                </a:solidFill>
                <a:cs typeface="Calibri"/>
              </a:rPr>
              <a:t>probability</a:t>
            </a:r>
            <a:r>
              <a:rPr lang="en-US" sz="2000" spc="40" dirty="0">
                <a:solidFill>
                  <a:prstClr val="black"/>
                </a:solidFill>
                <a:cs typeface="Calibri"/>
              </a:rPr>
              <a:t> </a:t>
            </a:r>
            <a:r>
              <a:rPr lang="en-US" sz="2000" spc="-13" dirty="0">
                <a:solidFill>
                  <a:prstClr val="black"/>
                </a:solidFill>
                <a:cs typeface="Calibri"/>
              </a:rPr>
              <a:t>vector</a:t>
            </a:r>
            <a:endParaRPr lang="en-US" sz="2000" dirty="0">
              <a:solidFill>
                <a:prstClr val="black"/>
              </a:solidFill>
              <a:cs typeface="Calibri"/>
            </a:endParaRPr>
          </a:p>
          <a:p>
            <a:pPr marL="667346" lvl="1" indent="-253266">
              <a:spcBef>
                <a:spcPts val="432"/>
              </a:spcBef>
              <a:buFont typeface="Arial"/>
              <a:buChar char="–"/>
              <a:tabLst>
                <a:tab pos="667346" algn="l"/>
                <a:tab pos="667906" algn="l"/>
              </a:tabLst>
            </a:pPr>
            <a:r>
              <a:rPr lang="en-US" sz="2000" dirty="0">
                <a:solidFill>
                  <a:prstClr val="black"/>
                </a:solidFill>
                <a:cs typeface="Calibri"/>
              </a:rPr>
              <a:t>N </a:t>
            </a:r>
            <a:r>
              <a:rPr lang="en-US" sz="2000" spc="-4" dirty="0">
                <a:solidFill>
                  <a:prstClr val="black"/>
                </a:solidFill>
                <a:cs typeface="Calibri"/>
              </a:rPr>
              <a:t>probability values that sum </a:t>
            </a:r>
            <a:r>
              <a:rPr lang="en-US" sz="2000" spc="-13" dirty="0">
                <a:solidFill>
                  <a:prstClr val="black"/>
                </a:solidFill>
                <a:cs typeface="Calibri"/>
              </a:rPr>
              <a:t>to</a:t>
            </a:r>
            <a:r>
              <a:rPr lang="en-US" sz="2000" spc="4" dirty="0">
                <a:solidFill>
                  <a:prstClr val="black"/>
                </a:solidFill>
                <a:cs typeface="Calibri"/>
              </a:rPr>
              <a:t> </a:t>
            </a:r>
            <a:r>
              <a:rPr lang="en-US" sz="2000" dirty="0">
                <a:solidFill>
                  <a:prstClr val="black"/>
                </a:solidFill>
                <a:cs typeface="Calibri"/>
              </a:rPr>
              <a:t>1.</a:t>
            </a:r>
          </a:p>
          <a:p>
            <a:pPr marL="313221" marR="4483" indent="-302575">
              <a:spcBef>
                <a:spcPts val="459"/>
              </a:spcBef>
              <a:buFont typeface="Arial"/>
              <a:buChar char="•"/>
              <a:tabLst>
                <a:tab pos="313221" algn="l"/>
                <a:tab pos="313781" algn="l"/>
              </a:tabLst>
            </a:pPr>
            <a:r>
              <a:rPr lang="en-US" sz="2000" spc="-9" dirty="0" err="1">
                <a:solidFill>
                  <a:prstClr val="black"/>
                </a:solidFill>
                <a:cs typeface="Calibri"/>
              </a:rPr>
              <a:t>Softmax</a:t>
            </a:r>
            <a:r>
              <a:rPr lang="en-US" sz="2000" spc="-9" dirty="0">
                <a:solidFill>
                  <a:prstClr val="black"/>
                </a:solidFill>
                <a:cs typeface="Calibri"/>
              </a:rPr>
              <a:t> vector activation is often used at the output of multi-class  classifier nets</a:t>
            </a:r>
          </a:p>
          <a:p>
            <a:pPr marL="667346" lvl="1" indent="-253266">
              <a:spcBef>
                <a:spcPts val="432"/>
              </a:spcBef>
              <a:buFont typeface="Arial"/>
              <a:buChar char="–"/>
              <a:tabLst>
                <a:tab pos="667346" algn="l"/>
                <a:tab pos="667906" algn="l"/>
              </a:tabLst>
            </a:pPr>
            <a:endParaRPr lang="en-US" sz="2000" dirty="0">
              <a:solidFill>
                <a:prstClr val="black"/>
              </a:solidFill>
              <a:cs typeface="Calibri"/>
            </a:endParaRPr>
          </a:p>
          <a:p>
            <a:endParaRPr lang="en-IN" sz="2000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3883" spc="-4" dirty="0"/>
              <a:t>Multi-class</a:t>
            </a:r>
            <a:r>
              <a:rPr sz="3883" spc="-62" dirty="0"/>
              <a:t> </a:t>
            </a:r>
            <a:r>
              <a:rPr sz="3883" spc="-13" dirty="0"/>
              <a:t>networks</a:t>
            </a:r>
            <a:endParaRPr sz="3883" dirty="0"/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4210" y="1238070"/>
            <a:ext cx="3664363" cy="20574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/>
              <p:cNvSpPr txBox="1"/>
              <p:nvPr/>
            </p:nvSpPr>
            <p:spPr>
              <a:xfrm>
                <a:off x="5181600" y="2476500"/>
                <a:ext cx="4220514" cy="67518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Sup>
                      <m:sSubSupPr>
                        <m:ctrlPr>
                          <a:rPr lang="en-IN" sz="240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𝑙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]</m:t>
                        </m:r>
                      </m:sup>
                    </m:sSubSup>
                    <m:r>
                      <a:rPr lang="en-IN" sz="240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IN" sz="24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IN" sz="240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𝑧</m:t>
                            </m:r>
                            <m:r>
                              <a:rPr lang="en-US" sz="2400" b="0" i="1" baseline="-25000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p>
                        </m:sSup>
                      </m:num>
                      <m:den>
                        <m:nary>
                          <m:naryPr>
                            <m:chr m:val="∑"/>
                            <m:supHide m:val="on"/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7"/>
                              </m:r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  <m:sup/>
                          <m:e>
                            <m:sSup>
                              <m:sSupPr>
                                <m:ctrlP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sSub>
                                  <m:sSubPr>
                                    <m:ctrlP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𝑧</m:t>
                                    </m:r>
                                  </m:e>
                                  <m:sub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</m:sub>
                                </m:sSub>
                              </m:sup>
                            </m:sSup>
                          </m:e>
                        </m:nary>
                      </m:den>
                    </m:f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 →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𝑐𝑙𝑎𝑠𝑠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</m:oMath>
                </a14:m>
                <a:r>
                  <a:rPr lang="en-US" dirty="0"/>
                  <a:t> </a:t>
                </a:r>
              </a:p>
            </p:txBody>
          </p:sp>
        </mc:Choice>
        <mc:Fallback xmlns="">
          <p:sp>
            <p:nvSpPr>
              <p:cNvPr id="19" name="Text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81600" y="2476500"/>
                <a:ext cx="4220514" cy="675185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5181600" y="1425378"/>
                <a:ext cx="3124200" cy="93801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IN" sz="24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[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]</m:t>
                          </m:r>
                        </m:sup>
                      </m:sSubSup>
                      <m:r>
                        <a:rPr lang="en-IN" sz="240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IN" sz="24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/>
                        <m:e>
                          <m:sSubSup>
                            <m:sSubSupPr>
                              <m:ctrlPr>
                                <a:rPr lang="en-IN" sz="240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𝑖𝑗</m:t>
                              </m:r>
                            </m:sub>
                            <m: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  </m:t>
                              </m:r>
                            </m:sup>
                          </m:sSub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sSubSup>
                            <m:sSubSup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  <m: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bSup>
                        </m:e>
                      </m:nary>
                      <m:r>
                        <a:rPr lang="en-US" sz="2400" b="0" i="0" smtClean="0"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sup>
                      </m:sSubSup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81600" y="1425378"/>
                <a:ext cx="3124200" cy="938014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4425789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775" y="317790"/>
            <a:ext cx="8160907" cy="608851"/>
          </a:xfrm>
        </p:spPr>
        <p:txBody>
          <a:bodyPr vert="horz" wrap="square" lIns="0" tIns="11206" rIns="0" bIns="0" rtlCol="0" anchor="ctr">
            <a:spAutoFit/>
          </a:bodyPr>
          <a:lstStyle/>
          <a:p>
            <a:pPr marL="11206">
              <a:spcBef>
                <a:spcPts val="88"/>
              </a:spcBef>
            </a:pPr>
            <a:r>
              <a:rPr lang="en-US" altLang="zh-TW" sz="3883" spc="-4" dirty="0"/>
              <a:t>A sigmoid Layer</a:t>
            </a:r>
            <a:endParaRPr lang="zh-TW" altLang="en-US" sz="3883" spc="-4" dirty="0"/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228600" y="1353631"/>
            <a:ext cx="8456704" cy="4736177"/>
          </a:xfrm>
          <a:prstGeom prst="rect">
            <a:avLst/>
          </a:prstGeom>
        </p:spPr>
        <p:txBody>
          <a:bodyPr/>
          <a:lstStyle/>
          <a:p>
            <a:endParaRPr lang="zh-TW" altLang="en-US" dirty="0"/>
          </a:p>
          <a:p>
            <a:endParaRPr lang="zh-TW" altLang="en-US" dirty="0"/>
          </a:p>
          <a:p>
            <a:endParaRPr lang="en-US" dirty="0"/>
          </a:p>
        </p:txBody>
      </p:sp>
      <p:grpSp>
        <p:nvGrpSpPr>
          <p:cNvPr id="23" name="Group 22"/>
          <p:cNvGrpSpPr/>
          <p:nvPr/>
        </p:nvGrpSpPr>
        <p:grpSpPr>
          <a:xfrm>
            <a:off x="2199427" y="2133600"/>
            <a:ext cx="3815602" cy="2323764"/>
            <a:chOff x="2662492" y="4068953"/>
            <a:chExt cx="3815602" cy="2323764"/>
          </a:xfrm>
        </p:grpSpPr>
        <p:cxnSp>
          <p:nvCxnSpPr>
            <p:cNvPr id="5" name="直線單箭頭接點 43"/>
            <p:cNvCxnSpPr/>
            <p:nvPr/>
          </p:nvCxnSpPr>
          <p:spPr>
            <a:xfrm flipV="1">
              <a:off x="4060724" y="5285437"/>
              <a:ext cx="1075766" cy="1"/>
            </a:xfrm>
            <a:prstGeom prst="straightConnector1">
              <a:avLst/>
            </a:prstGeom>
            <a:ln w="571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直線單箭頭接點 44"/>
            <p:cNvCxnSpPr/>
            <p:nvPr/>
          </p:nvCxnSpPr>
          <p:spPr>
            <a:xfrm>
              <a:off x="4060724" y="6067136"/>
              <a:ext cx="1075766" cy="0"/>
            </a:xfrm>
            <a:prstGeom prst="straightConnector1">
              <a:avLst/>
            </a:prstGeom>
            <a:ln w="571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直線單箭頭接點 45"/>
            <p:cNvCxnSpPr/>
            <p:nvPr/>
          </p:nvCxnSpPr>
          <p:spPr>
            <a:xfrm>
              <a:off x="4060724" y="4501926"/>
              <a:ext cx="1075766" cy="0"/>
            </a:xfrm>
            <a:prstGeom prst="straightConnector1">
              <a:avLst/>
            </a:prstGeom>
            <a:ln w="571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aphicFrame>
          <p:nvGraphicFramePr>
            <p:cNvPr id="8" name="Object 12"/>
            <p:cNvGraphicFramePr>
              <a:graphicFrameLocks noChangeAspect="1"/>
            </p:cNvGraphicFramePr>
            <p:nvPr/>
          </p:nvGraphicFramePr>
          <p:xfrm>
            <a:off x="5224436" y="4237240"/>
            <a:ext cx="1220041" cy="43002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方程式" r:id="rId2" imgW="647640" imgH="228600" progId="Equation.3">
                    <p:embed/>
                  </p:oleObj>
                </mc:Choice>
                <mc:Fallback>
                  <p:oleObj name="方程式" r:id="rId2" imgW="647640" imgH="2286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224436" y="4237240"/>
                          <a:ext cx="1220041" cy="430026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9" name="Object 12"/>
            <p:cNvGraphicFramePr>
              <a:graphicFrameLocks noChangeAspect="1"/>
            </p:cNvGraphicFramePr>
            <p:nvPr/>
          </p:nvGraphicFramePr>
          <p:xfrm>
            <a:off x="5210428" y="5063674"/>
            <a:ext cx="1267666" cy="43002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方程式" r:id="rId4" imgW="672840" imgH="228600" progId="Equation.3">
                    <p:embed/>
                  </p:oleObj>
                </mc:Choice>
                <mc:Fallback>
                  <p:oleObj name="方程式" r:id="rId4" imgW="672840" imgH="2286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210428" y="5063674"/>
                          <a:ext cx="1267666" cy="430026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" name="Object 12"/>
            <p:cNvGraphicFramePr>
              <a:graphicFrameLocks noChangeAspect="1"/>
            </p:cNvGraphicFramePr>
            <p:nvPr/>
          </p:nvGraphicFramePr>
          <p:xfrm>
            <a:off x="5223035" y="5828475"/>
            <a:ext cx="1243853" cy="4538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方程式" r:id="rId6" imgW="660240" imgH="241200" progId="Equation.3">
                    <p:embed/>
                  </p:oleObj>
                </mc:Choice>
                <mc:Fallback>
                  <p:oleObj name="方程式" r:id="rId6" imgW="660240" imgH="2412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223035" y="5828475"/>
                          <a:ext cx="1243853" cy="453838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cxnSp>
          <p:nvCxnSpPr>
            <p:cNvPr id="11" name="直線單箭頭接點 49"/>
            <p:cNvCxnSpPr/>
            <p:nvPr/>
          </p:nvCxnSpPr>
          <p:spPr>
            <a:xfrm>
              <a:off x="2980268" y="5291325"/>
              <a:ext cx="555882" cy="0"/>
            </a:xfrm>
            <a:prstGeom prst="straightConnector1">
              <a:avLst/>
            </a:prstGeom>
            <a:ln w="571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直線單箭頭接點 50"/>
            <p:cNvCxnSpPr/>
            <p:nvPr/>
          </p:nvCxnSpPr>
          <p:spPr>
            <a:xfrm>
              <a:off x="2980268" y="6073024"/>
              <a:ext cx="555882" cy="0"/>
            </a:xfrm>
            <a:prstGeom prst="straightConnector1">
              <a:avLst/>
            </a:prstGeom>
            <a:ln w="571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直線單箭頭接點 51"/>
            <p:cNvCxnSpPr/>
            <p:nvPr/>
          </p:nvCxnSpPr>
          <p:spPr>
            <a:xfrm>
              <a:off x="2980268" y="4524391"/>
              <a:ext cx="555882" cy="0"/>
            </a:xfrm>
            <a:prstGeom prst="straightConnector1">
              <a:avLst/>
            </a:prstGeom>
            <a:ln w="571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橢圓 52"/>
            <p:cNvSpPr/>
            <p:nvPr/>
          </p:nvSpPr>
          <p:spPr>
            <a:xfrm>
              <a:off x="3539762" y="4245276"/>
              <a:ext cx="525076" cy="525076"/>
            </a:xfrm>
            <a:prstGeom prst="ellipse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5" name="橢圓 53"/>
            <p:cNvSpPr/>
            <p:nvPr/>
          </p:nvSpPr>
          <p:spPr>
            <a:xfrm>
              <a:off x="3539762" y="5028787"/>
              <a:ext cx="525076" cy="525076"/>
            </a:xfrm>
            <a:prstGeom prst="ellipse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6" name="橢圓 54"/>
            <p:cNvSpPr/>
            <p:nvPr/>
          </p:nvSpPr>
          <p:spPr>
            <a:xfrm>
              <a:off x="3539762" y="5810486"/>
              <a:ext cx="525076" cy="525076"/>
            </a:xfrm>
            <a:prstGeom prst="ellipse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graphicFrame>
          <p:nvGraphicFramePr>
            <p:cNvPr id="17" name="Object 12"/>
            <p:cNvGraphicFramePr>
              <a:graphicFrameLocks noChangeAspect="1"/>
            </p:cNvGraphicFramePr>
            <p:nvPr/>
          </p:nvGraphicFramePr>
          <p:xfrm>
            <a:off x="2693308" y="4279262"/>
            <a:ext cx="310963" cy="43002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方程式" r:id="rId8" imgW="164880" imgH="228600" progId="Equation.3">
                    <p:embed/>
                  </p:oleObj>
                </mc:Choice>
                <mc:Fallback>
                  <p:oleObj name="方程式" r:id="rId8" imgW="164880" imgH="2286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693308" y="4279262"/>
                          <a:ext cx="310963" cy="430026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8" name="Object 12"/>
            <p:cNvGraphicFramePr>
              <a:graphicFrameLocks noChangeAspect="1"/>
            </p:cNvGraphicFramePr>
            <p:nvPr/>
          </p:nvGraphicFramePr>
          <p:xfrm>
            <a:off x="2662492" y="5062273"/>
            <a:ext cx="310963" cy="4300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方程式" r:id="rId10" imgW="164880" imgH="228600" progId="Equation.3">
                    <p:embed/>
                  </p:oleObj>
                </mc:Choice>
                <mc:Fallback>
                  <p:oleObj name="方程式" r:id="rId10" imgW="164880" imgH="2286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662492" y="5062273"/>
                          <a:ext cx="310963" cy="43002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9" name="Object 12"/>
            <p:cNvGraphicFramePr>
              <a:graphicFrameLocks noChangeAspect="1"/>
            </p:cNvGraphicFramePr>
            <p:nvPr/>
          </p:nvGraphicFramePr>
          <p:xfrm>
            <a:off x="2691907" y="5810266"/>
            <a:ext cx="310963" cy="4538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方程式" r:id="rId12" imgW="164880" imgH="241200" progId="Equation.3">
                    <p:embed/>
                  </p:oleObj>
                </mc:Choice>
                <mc:Fallback>
                  <p:oleObj name="方程式" r:id="rId12" imgW="164880" imgH="2412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691907" y="5810266"/>
                          <a:ext cx="310963" cy="453838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0" name="Object 12"/>
            <p:cNvGraphicFramePr>
              <a:graphicFrameLocks noChangeAspect="1"/>
            </p:cNvGraphicFramePr>
            <p:nvPr/>
          </p:nvGraphicFramePr>
          <p:xfrm>
            <a:off x="3668219" y="4392722"/>
            <a:ext cx="285750" cy="2633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方程式" r:id="rId14" imgW="152280" imgH="139680" progId="Equation.3">
                    <p:embed/>
                  </p:oleObj>
                </mc:Choice>
                <mc:Fallback>
                  <p:oleObj name="方程式" r:id="rId14" imgW="152280" imgH="13968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668219" y="4392722"/>
                          <a:ext cx="285750" cy="263338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1" name="Object 12"/>
            <p:cNvGraphicFramePr>
              <a:graphicFrameLocks noChangeAspect="1"/>
            </p:cNvGraphicFramePr>
            <p:nvPr/>
          </p:nvGraphicFramePr>
          <p:xfrm>
            <a:off x="3658414" y="5178534"/>
            <a:ext cx="287151" cy="2633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方程式" r:id="rId16" imgW="152280" imgH="139680" progId="Equation.3">
                    <p:embed/>
                  </p:oleObj>
                </mc:Choice>
                <mc:Fallback>
                  <p:oleObj name="方程式" r:id="rId16" imgW="152280" imgH="13968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658414" y="5178534"/>
                          <a:ext cx="287151" cy="263338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2" name="Object 12"/>
            <p:cNvGraphicFramePr>
              <a:graphicFrameLocks noChangeAspect="1"/>
            </p:cNvGraphicFramePr>
            <p:nvPr/>
          </p:nvGraphicFramePr>
          <p:xfrm>
            <a:off x="3686429" y="5948938"/>
            <a:ext cx="288551" cy="2633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方程式" r:id="rId18" imgW="152280" imgH="139680" progId="Equation.3">
                    <p:embed/>
                  </p:oleObj>
                </mc:Choice>
                <mc:Fallback>
                  <p:oleObj name="方程式" r:id="rId18" imgW="152280" imgH="13968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686429" y="5948938"/>
                          <a:ext cx="288551" cy="263338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5" name="矩形 102"/>
            <p:cNvSpPr/>
            <p:nvPr/>
          </p:nvSpPr>
          <p:spPr>
            <a:xfrm>
              <a:off x="2993136" y="4068953"/>
              <a:ext cx="435664" cy="41825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zh-TW" sz="2118" b="1" dirty="0">
                  <a:solidFill>
                    <a:srgbClr val="FF0000"/>
                  </a:solidFill>
                </a:rPr>
                <a:t>3</a:t>
              </a:r>
              <a:endParaRPr lang="zh-TW" altLang="en-US" sz="2118" b="1" dirty="0">
                <a:solidFill>
                  <a:srgbClr val="FF0000"/>
                </a:solidFill>
              </a:endParaRPr>
            </a:p>
          </p:txBody>
        </p:sp>
        <p:sp>
          <p:nvSpPr>
            <p:cNvPr id="26" name="矩形 103"/>
            <p:cNvSpPr/>
            <p:nvPr/>
          </p:nvSpPr>
          <p:spPr>
            <a:xfrm>
              <a:off x="2992896" y="5648539"/>
              <a:ext cx="406935" cy="74417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zh-TW" sz="2118" b="1" dirty="0">
                  <a:solidFill>
                    <a:srgbClr val="FF0000"/>
                  </a:solidFill>
                </a:rPr>
                <a:t>-3</a:t>
              </a:r>
              <a:endParaRPr lang="zh-TW" altLang="en-US" sz="2118" b="1" dirty="0">
                <a:solidFill>
                  <a:srgbClr val="FF0000"/>
                </a:solidFill>
              </a:endParaRPr>
            </a:p>
          </p:txBody>
        </p:sp>
        <p:sp>
          <p:nvSpPr>
            <p:cNvPr id="27" name="矩形 104"/>
            <p:cNvSpPr/>
            <p:nvPr/>
          </p:nvSpPr>
          <p:spPr>
            <a:xfrm>
              <a:off x="2978525" y="4877476"/>
              <a:ext cx="466168" cy="41825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zh-TW" sz="2118" b="1" dirty="0">
                  <a:solidFill>
                    <a:srgbClr val="FF0000"/>
                  </a:solidFill>
                </a:rPr>
                <a:t>1</a:t>
              </a:r>
              <a:endParaRPr lang="zh-TW" altLang="en-US" sz="2118" b="1" dirty="0">
                <a:solidFill>
                  <a:srgbClr val="FF0000"/>
                </a:solidFill>
              </a:endParaRPr>
            </a:p>
          </p:txBody>
        </p:sp>
        <p:sp>
          <p:nvSpPr>
            <p:cNvPr id="28" name="矩形 102"/>
            <p:cNvSpPr/>
            <p:nvPr/>
          </p:nvSpPr>
          <p:spPr>
            <a:xfrm>
              <a:off x="4267043" y="4078264"/>
              <a:ext cx="717330" cy="41825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zh-TW" sz="2118" b="1" dirty="0">
                  <a:solidFill>
                    <a:srgbClr val="FF0000"/>
                  </a:solidFill>
                </a:rPr>
                <a:t>0.95</a:t>
              </a:r>
              <a:endParaRPr lang="zh-TW" altLang="en-US" sz="2118" b="1" dirty="0">
                <a:solidFill>
                  <a:srgbClr val="FF0000"/>
                </a:solidFill>
              </a:endParaRPr>
            </a:p>
          </p:txBody>
        </p:sp>
        <p:sp>
          <p:nvSpPr>
            <p:cNvPr id="29" name="矩形 103"/>
            <p:cNvSpPr/>
            <p:nvPr/>
          </p:nvSpPr>
          <p:spPr>
            <a:xfrm>
              <a:off x="4241996" y="5673256"/>
              <a:ext cx="714259" cy="41825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zh-TW" sz="2118" b="1" dirty="0">
                  <a:solidFill>
                    <a:srgbClr val="FF0000"/>
                  </a:solidFill>
                </a:rPr>
                <a:t>0.05</a:t>
              </a:r>
              <a:endParaRPr lang="zh-TW" altLang="en-US" sz="2118" b="1" dirty="0">
                <a:solidFill>
                  <a:srgbClr val="FF0000"/>
                </a:solidFill>
              </a:endParaRPr>
            </a:p>
          </p:txBody>
        </p:sp>
        <p:sp>
          <p:nvSpPr>
            <p:cNvPr id="30" name="矩形 104"/>
            <p:cNvSpPr/>
            <p:nvPr/>
          </p:nvSpPr>
          <p:spPr>
            <a:xfrm>
              <a:off x="4224314" y="4913356"/>
              <a:ext cx="731941" cy="41825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zh-TW" sz="2118" b="1" dirty="0">
                  <a:solidFill>
                    <a:srgbClr val="FF0000"/>
                  </a:solidFill>
                </a:rPr>
                <a:t>0.73</a:t>
              </a:r>
              <a:endParaRPr lang="zh-TW" altLang="en-US" sz="2118" b="1" dirty="0">
                <a:solidFill>
                  <a:srgbClr val="FF0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37272424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err="1"/>
              <a:t>Softmax</a:t>
            </a:r>
            <a:r>
              <a:rPr lang="en-US" altLang="zh-TW" dirty="0"/>
              <a:t> Layer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522644" y="1492362"/>
            <a:ext cx="6428301" cy="4736177"/>
          </a:xfrm>
          <a:prstGeom prst="rect">
            <a:avLst/>
          </a:prstGeom>
        </p:spPr>
        <p:txBody>
          <a:bodyPr/>
          <a:lstStyle/>
          <a:p>
            <a:pPr lvl="1"/>
            <a:r>
              <a:rPr lang="en-US" dirty="0"/>
              <a:t>The values </a:t>
            </a:r>
            <a:r>
              <a:rPr lang="en-US" i="1" dirty="0"/>
              <a:t>z</a:t>
            </a:r>
            <a:r>
              <a:rPr lang="en-US" dirty="0"/>
              <a:t> inputted to the </a:t>
            </a:r>
            <a:r>
              <a:rPr lang="en-US" dirty="0" err="1"/>
              <a:t>softmax</a:t>
            </a:r>
            <a:r>
              <a:rPr lang="en-US" dirty="0"/>
              <a:t> layer are referred to as </a:t>
            </a:r>
            <a:r>
              <a:rPr lang="en-US" b="1" i="1" dirty="0">
                <a:solidFill>
                  <a:srgbClr val="0070C0"/>
                </a:solidFill>
              </a:rPr>
              <a:t>logits</a:t>
            </a:r>
          </a:p>
        </p:txBody>
      </p:sp>
      <p:grpSp>
        <p:nvGrpSpPr>
          <p:cNvPr id="67" name="Group 66"/>
          <p:cNvGrpSpPr/>
          <p:nvPr/>
        </p:nvGrpSpPr>
        <p:grpSpPr>
          <a:xfrm>
            <a:off x="703673" y="2661403"/>
            <a:ext cx="7685834" cy="3567136"/>
            <a:chOff x="950422" y="3102225"/>
            <a:chExt cx="7685834" cy="3567136"/>
          </a:xfrm>
        </p:grpSpPr>
        <p:sp>
          <p:nvSpPr>
            <p:cNvPr id="4" name="矩形 22"/>
            <p:cNvSpPr/>
            <p:nvPr/>
          </p:nvSpPr>
          <p:spPr>
            <a:xfrm>
              <a:off x="1540040" y="3552755"/>
              <a:ext cx="4902664" cy="3109632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grpSp>
          <p:nvGrpSpPr>
            <p:cNvPr id="66" name="Group 65"/>
            <p:cNvGrpSpPr/>
            <p:nvPr/>
          </p:nvGrpSpPr>
          <p:grpSpPr>
            <a:xfrm>
              <a:off x="950422" y="3102225"/>
              <a:ext cx="7685834" cy="3567136"/>
              <a:chOff x="950422" y="3102225"/>
              <a:chExt cx="7685834" cy="3567136"/>
            </a:xfrm>
          </p:grpSpPr>
          <p:graphicFrame>
            <p:nvGraphicFramePr>
              <p:cNvPr id="28" name="Object 12"/>
              <p:cNvGraphicFramePr>
                <a:graphicFrameLocks noChangeAspect="1"/>
              </p:cNvGraphicFramePr>
              <p:nvPr/>
            </p:nvGraphicFramePr>
            <p:xfrm>
              <a:off x="3869553" y="5831721"/>
              <a:ext cx="766202" cy="83764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方程式" r:id="rId3" imgW="406080" imgH="444240" progId="Equation.3">
                      <p:embed/>
                    </p:oleObj>
                  </mc:Choice>
                  <mc:Fallback>
                    <p:oleObj name="方程式" r:id="rId3" imgW="406080" imgH="444240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4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869553" y="5831721"/>
                            <a:ext cx="766202" cy="837640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pSp>
            <p:nvGrpSpPr>
              <p:cNvPr id="65" name="Group 64"/>
              <p:cNvGrpSpPr/>
              <p:nvPr/>
            </p:nvGrpSpPr>
            <p:grpSpPr>
              <a:xfrm>
                <a:off x="950422" y="3102225"/>
                <a:ext cx="7685834" cy="3372675"/>
                <a:chOff x="950422" y="3102225"/>
                <a:chExt cx="7685834" cy="3372675"/>
              </a:xfrm>
            </p:grpSpPr>
            <p:cxnSp>
              <p:nvCxnSpPr>
                <p:cNvPr id="5" name="直線單箭頭接點 11"/>
                <p:cNvCxnSpPr/>
                <p:nvPr/>
              </p:nvCxnSpPr>
              <p:spPr>
                <a:xfrm>
                  <a:off x="1268198" y="4763691"/>
                  <a:ext cx="555882" cy="0"/>
                </a:xfrm>
                <a:prstGeom prst="straightConnector1">
                  <a:avLst/>
                </a:prstGeom>
                <a:ln w="5715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" name="直線單箭頭接點 12"/>
                <p:cNvCxnSpPr/>
                <p:nvPr/>
              </p:nvCxnSpPr>
              <p:spPr>
                <a:xfrm>
                  <a:off x="1268198" y="5545391"/>
                  <a:ext cx="555882" cy="0"/>
                </a:xfrm>
                <a:prstGeom prst="straightConnector1">
                  <a:avLst/>
                </a:prstGeom>
                <a:ln w="5715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" name="直線單箭頭接點 10"/>
                <p:cNvCxnSpPr/>
                <p:nvPr/>
              </p:nvCxnSpPr>
              <p:spPr>
                <a:xfrm>
                  <a:off x="1268198" y="3980180"/>
                  <a:ext cx="555882" cy="0"/>
                </a:xfrm>
                <a:prstGeom prst="straightConnector1">
                  <a:avLst/>
                </a:prstGeom>
                <a:ln w="5715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8" name="橢圓 6"/>
                <p:cNvSpPr/>
                <p:nvPr/>
              </p:nvSpPr>
              <p:spPr>
                <a:xfrm>
                  <a:off x="1827692" y="3717642"/>
                  <a:ext cx="525076" cy="525076"/>
                </a:xfrm>
                <a:prstGeom prst="ellipse">
                  <a:avLst/>
                </a:prstGeom>
              </p:spPr>
              <p:style>
                <a:lnRef idx="2">
                  <a:schemeClr val="accent4">
                    <a:shade val="50000"/>
                  </a:schemeClr>
                </a:lnRef>
                <a:fillRef idx="1">
                  <a:schemeClr val="accent4"/>
                </a:fillRef>
                <a:effectRef idx="0">
                  <a:schemeClr val="accent4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  <p:sp>
              <p:nvSpPr>
                <p:cNvPr id="9" name="橢圓 7"/>
                <p:cNvSpPr/>
                <p:nvPr/>
              </p:nvSpPr>
              <p:spPr>
                <a:xfrm>
                  <a:off x="1827692" y="4501153"/>
                  <a:ext cx="525076" cy="525076"/>
                </a:xfrm>
                <a:prstGeom prst="ellipse">
                  <a:avLst/>
                </a:prstGeom>
              </p:spPr>
              <p:style>
                <a:lnRef idx="2">
                  <a:schemeClr val="accent4">
                    <a:shade val="50000"/>
                  </a:schemeClr>
                </a:lnRef>
                <a:fillRef idx="1">
                  <a:schemeClr val="accent4"/>
                </a:fillRef>
                <a:effectRef idx="0">
                  <a:schemeClr val="accent4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  <p:sp>
              <p:nvSpPr>
                <p:cNvPr id="10" name="橢圓 8"/>
                <p:cNvSpPr/>
                <p:nvPr/>
              </p:nvSpPr>
              <p:spPr>
                <a:xfrm>
                  <a:off x="1827692" y="5282853"/>
                  <a:ext cx="525076" cy="525076"/>
                </a:xfrm>
                <a:prstGeom prst="ellipse">
                  <a:avLst/>
                </a:prstGeom>
              </p:spPr>
              <p:style>
                <a:lnRef idx="2">
                  <a:schemeClr val="accent4">
                    <a:shade val="50000"/>
                  </a:schemeClr>
                </a:lnRef>
                <a:fillRef idx="1">
                  <a:schemeClr val="accent4"/>
                </a:fillRef>
                <a:effectRef idx="0">
                  <a:schemeClr val="accent4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  <p:graphicFrame>
              <p:nvGraphicFramePr>
                <p:cNvPr id="11" name="Object 12"/>
                <p:cNvGraphicFramePr>
                  <a:graphicFrameLocks noChangeAspect="1"/>
                </p:cNvGraphicFramePr>
                <p:nvPr/>
              </p:nvGraphicFramePr>
              <p:xfrm>
                <a:off x="981238" y="3751628"/>
                <a:ext cx="310963" cy="430026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name="方程式" r:id="rId5" imgW="164880" imgH="228600" progId="Equation.3">
                        <p:embed/>
                      </p:oleObj>
                    </mc:Choice>
                    <mc:Fallback>
                      <p:oleObj name="方程式" r:id="rId5" imgW="164880" imgH="228600" progId="Equation.3">
                        <p:embed/>
                        <p:pic>
                          <p:nvPicPr>
                            <p:cNvPr id="0" name="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6"/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981238" y="3751628"/>
                              <a:ext cx="310963" cy="430026"/>
                            </a:xfrm>
                            <a:prstGeom prst="rect">
                              <a:avLst/>
                            </a:prstGeom>
                            <a:noFill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12" name="Object 12"/>
                <p:cNvGraphicFramePr>
                  <a:graphicFrameLocks noChangeAspect="1"/>
                </p:cNvGraphicFramePr>
                <p:nvPr/>
              </p:nvGraphicFramePr>
              <p:xfrm>
                <a:off x="950422" y="4534640"/>
                <a:ext cx="310963" cy="430025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name="方程式" r:id="rId7" imgW="164880" imgH="228600" progId="Equation.3">
                        <p:embed/>
                      </p:oleObj>
                    </mc:Choice>
                    <mc:Fallback>
                      <p:oleObj name="方程式" r:id="rId7" imgW="164880" imgH="228600" progId="Equation.3">
                        <p:embed/>
                        <p:pic>
                          <p:nvPicPr>
                            <p:cNvPr id="0" name="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8"/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950422" y="4534640"/>
                              <a:ext cx="310963" cy="430025"/>
                            </a:xfrm>
                            <a:prstGeom prst="rect">
                              <a:avLst/>
                            </a:prstGeom>
                            <a:noFill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13" name="Object 12"/>
                <p:cNvGraphicFramePr>
                  <a:graphicFrameLocks noChangeAspect="1"/>
                </p:cNvGraphicFramePr>
                <p:nvPr/>
              </p:nvGraphicFramePr>
              <p:xfrm>
                <a:off x="979837" y="5282632"/>
                <a:ext cx="310963" cy="453838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name="方程式" r:id="rId9" imgW="164880" imgH="241200" progId="Equation.3">
                        <p:embed/>
                      </p:oleObj>
                    </mc:Choice>
                    <mc:Fallback>
                      <p:oleObj name="方程式" r:id="rId9" imgW="164880" imgH="241200" progId="Equation.3">
                        <p:embed/>
                        <p:pic>
                          <p:nvPicPr>
                            <p:cNvPr id="0" name="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10"/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979837" y="5282632"/>
                              <a:ext cx="310963" cy="453838"/>
                            </a:xfrm>
                            <a:prstGeom prst="rect">
                              <a:avLst/>
                            </a:prstGeom>
                            <a:noFill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sp>
              <p:nvSpPr>
                <p:cNvPr id="14" name="文字方塊 3"/>
                <p:cNvSpPr txBox="1"/>
                <p:nvPr/>
              </p:nvSpPr>
              <p:spPr>
                <a:xfrm>
                  <a:off x="3236487" y="3102225"/>
                  <a:ext cx="3189317" cy="41825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altLang="zh-TW" sz="2118" b="1" i="1" u="sng" dirty="0"/>
                    <a:t>A </a:t>
                  </a:r>
                  <a:r>
                    <a:rPr lang="en-US" altLang="zh-TW" sz="2118" b="1" i="1" u="sng" dirty="0" err="1"/>
                    <a:t>Softmax</a:t>
                  </a:r>
                  <a:r>
                    <a:rPr lang="en-US" altLang="zh-TW" sz="2118" b="1" i="1" u="sng" dirty="0"/>
                    <a:t> Layer</a:t>
                  </a:r>
                  <a:endParaRPr lang="zh-TW" altLang="en-US" sz="2118" b="1" i="1" u="sng" dirty="0"/>
                </a:p>
              </p:txBody>
            </p:sp>
            <p:graphicFrame>
              <p:nvGraphicFramePr>
                <p:cNvPr id="15" name="Object 12"/>
                <p:cNvGraphicFramePr>
                  <a:graphicFrameLocks noChangeAspect="1"/>
                </p:cNvGraphicFramePr>
                <p:nvPr/>
              </p:nvGraphicFramePr>
              <p:xfrm>
                <a:off x="1990977" y="3865120"/>
                <a:ext cx="214313" cy="263338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name="方程式" r:id="rId11" imgW="114120" imgH="139680" progId="Equation.3">
                        <p:embed/>
                      </p:oleObj>
                    </mc:Choice>
                    <mc:Fallback>
                      <p:oleObj name="方程式" r:id="rId11" imgW="114120" imgH="139680" progId="Equation.3">
                        <p:embed/>
                        <p:pic>
                          <p:nvPicPr>
                            <p:cNvPr id="0" name="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12"/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1990977" y="3865120"/>
                              <a:ext cx="214313" cy="263338"/>
                            </a:xfrm>
                            <a:prstGeom prst="rect">
                              <a:avLst/>
                            </a:prstGeom>
                            <a:noFill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16" name="Object 12"/>
                <p:cNvGraphicFramePr>
                  <a:graphicFrameLocks noChangeAspect="1"/>
                </p:cNvGraphicFramePr>
                <p:nvPr/>
              </p:nvGraphicFramePr>
              <p:xfrm>
                <a:off x="1982574" y="4650932"/>
                <a:ext cx="215713" cy="263338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name="方程式" r:id="rId13" imgW="114120" imgH="139680" progId="Equation.3">
                        <p:embed/>
                      </p:oleObj>
                    </mc:Choice>
                    <mc:Fallback>
                      <p:oleObj name="方程式" r:id="rId13" imgW="114120" imgH="139680" progId="Equation.3">
                        <p:embed/>
                        <p:pic>
                          <p:nvPicPr>
                            <p:cNvPr id="0" name="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14"/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1982574" y="4650932"/>
                              <a:ext cx="215713" cy="263338"/>
                            </a:xfrm>
                            <a:prstGeom prst="rect">
                              <a:avLst/>
                            </a:prstGeom>
                            <a:noFill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17" name="Object 12"/>
                <p:cNvGraphicFramePr>
                  <a:graphicFrameLocks noChangeAspect="1"/>
                </p:cNvGraphicFramePr>
                <p:nvPr/>
              </p:nvGraphicFramePr>
              <p:xfrm>
                <a:off x="2010588" y="5421336"/>
                <a:ext cx="215713" cy="263338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name="方程式" r:id="rId15" imgW="114120" imgH="139680" progId="Equation.3">
                        <p:embed/>
                      </p:oleObj>
                    </mc:Choice>
                    <mc:Fallback>
                      <p:oleObj name="方程式" r:id="rId15" imgW="114120" imgH="139680" progId="Equation.3">
                        <p:embed/>
                        <p:pic>
                          <p:nvPicPr>
                            <p:cNvPr id="0" name="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16"/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2010588" y="5421336"/>
                              <a:ext cx="215713" cy="263338"/>
                            </a:xfrm>
                            <a:prstGeom prst="rect">
                              <a:avLst/>
                            </a:prstGeom>
                            <a:noFill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cxnSp>
              <p:nvCxnSpPr>
                <p:cNvPr id="18" name="直線單箭頭接點 43"/>
                <p:cNvCxnSpPr/>
                <p:nvPr/>
              </p:nvCxnSpPr>
              <p:spPr>
                <a:xfrm flipV="1">
                  <a:off x="2352768" y="4763693"/>
                  <a:ext cx="1043747" cy="1"/>
                </a:xfrm>
                <a:prstGeom prst="straightConnector1">
                  <a:avLst/>
                </a:prstGeom>
                <a:ln w="5715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" name="直線單箭頭接點 44"/>
                <p:cNvCxnSpPr/>
                <p:nvPr/>
              </p:nvCxnSpPr>
              <p:spPr>
                <a:xfrm>
                  <a:off x="2352768" y="5545391"/>
                  <a:ext cx="1531203" cy="0"/>
                </a:xfrm>
                <a:prstGeom prst="straightConnector1">
                  <a:avLst/>
                </a:prstGeom>
                <a:ln w="5715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" name="直線單箭頭接點 45"/>
                <p:cNvCxnSpPr/>
                <p:nvPr/>
              </p:nvCxnSpPr>
              <p:spPr>
                <a:xfrm>
                  <a:off x="2352768" y="3980180"/>
                  <a:ext cx="445033" cy="0"/>
                </a:xfrm>
                <a:prstGeom prst="straightConnector1">
                  <a:avLst/>
                </a:prstGeom>
                <a:ln w="5715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graphicFrame>
              <p:nvGraphicFramePr>
                <p:cNvPr id="21" name="Object 12"/>
                <p:cNvGraphicFramePr>
                  <a:graphicFrameLocks noChangeAspect="1"/>
                </p:cNvGraphicFramePr>
                <p:nvPr/>
              </p:nvGraphicFramePr>
              <p:xfrm>
                <a:off x="2855422" y="3680191"/>
                <a:ext cx="382400" cy="430025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name="方程式" r:id="rId17" imgW="203040" imgH="228600" progId="Equation.3">
                        <p:embed/>
                      </p:oleObj>
                    </mc:Choice>
                    <mc:Fallback>
                      <p:oleObj name="方程式" r:id="rId17" imgW="203040" imgH="228600" progId="Equation.3">
                        <p:embed/>
                        <p:pic>
                          <p:nvPicPr>
                            <p:cNvPr id="0" name="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18"/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2855422" y="3680191"/>
                              <a:ext cx="382400" cy="430025"/>
                            </a:xfrm>
                            <a:prstGeom prst="rect">
                              <a:avLst/>
                            </a:prstGeom>
                            <a:noFill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22" name="Object 12"/>
                <p:cNvGraphicFramePr>
                  <a:graphicFrameLocks noChangeAspect="1"/>
                </p:cNvGraphicFramePr>
                <p:nvPr/>
              </p:nvGraphicFramePr>
              <p:xfrm>
                <a:off x="3488554" y="4510827"/>
                <a:ext cx="382400" cy="430026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name="方程式" r:id="rId19" imgW="203040" imgH="228600" progId="Equation.3">
                        <p:embed/>
                      </p:oleObj>
                    </mc:Choice>
                    <mc:Fallback>
                      <p:oleObj name="方程式" r:id="rId19" imgW="203040" imgH="228600" progId="Equation.3">
                        <p:embed/>
                        <p:pic>
                          <p:nvPicPr>
                            <p:cNvPr id="0" name="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20"/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3488554" y="4510827"/>
                              <a:ext cx="382400" cy="430026"/>
                            </a:xfrm>
                            <a:prstGeom prst="rect">
                              <a:avLst/>
                            </a:prstGeom>
                            <a:noFill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23" name="Object 12"/>
                <p:cNvGraphicFramePr>
                  <a:graphicFrameLocks noChangeAspect="1"/>
                </p:cNvGraphicFramePr>
                <p:nvPr/>
              </p:nvGraphicFramePr>
              <p:xfrm>
                <a:off x="3967606" y="5291037"/>
                <a:ext cx="382400" cy="430025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name="方程式" r:id="rId21" imgW="203040" imgH="228600" progId="Equation.3">
                        <p:embed/>
                      </p:oleObj>
                    </mc:Choice>
                    <mc:Fallback>
                      <p:oleObj name="方程式" r:id="rId21" imgW="203040" imgH="228600" progId="Equation.3">
                        <p:embed/>
                        <p:pic>
                          <p:nvPicPr>
                            <p:cNvPr id="0" name="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22"/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3967606" y="5291037"/>
                              <a:ext cx="382400" cy="430025"/>
                            </a:xfrm>
                            <a:prstGeom prst="rect">
                              <a:avLst/>
                            </a:prstGeom>
                            <a:noFill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pSp>
              <p:nvGrpSpPr>
                <p:cNvPr id="24" name="群組 26"/>
                <p:cNvGrpSpPr/>
                <p:nvPr/>
              </p:nvGrpSpPr>
              <p:grpSpPr>
                <a:xfrm>
                  <a:off x="3356766" y="6015795"/>
                  <a:ext cx="459105" cy="459105"/>
                  <a:chOff x="3342651" y="3507082"/>
                  <a:chExt cx="520319" cy="520319"/>
                </a:xfrm>
              </p:grpSpPr>
              <p:sp>
                <p:nvSpPr>
                  <p:cNvPr id="25" name="矩形 27"/>
                  <p:cNvSpPr/>
                  <p:nvPr/>
                </p:nvSpPr>
                <p:spPr>
                  <a:xfrm>
                    <a:off x="3342651" y="3507082"/>
                    <a:ext cx="520319" cy="520319"/>
                  </a:xfrm>
                  <a:prstGeom prst="rect">
                    <a:avLst/>
                  </a:prstGeom>
                </p:spPr>
                <p:style>
                  <a:lnRef idx="1">
                    <a:schemeClr val="accent3"/>
                  </a:lnRef>
                  <a:fillRef idx="2">
                    <a:schemeClr val="accent3"/>
                  </a:fillRef>
                  <a:effectRef idx="1">
                    <a:schemeClr val="accent3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TW" altLang="en-US"/>
                  </a:p>
                </p:txBody>
              </p:sp>
              <p:graphicFrame>
                <p:nvGraphicFramePr>
                  <p:cNvPr id="26" name="Object 12"/>
                  <p:cNvGraphicFramePr>
                    <a:graphicFrameLocks noChangeAspect="1"/>
                  </p:cNvGraphicFramePr>
                  <p:nvPr/>
                </p:nvGraphicFramePr>
                <p:xfrm>
                  <a:off x="3435128" y="3545009"/>
                  <a:ext cx="385763" cy="387350"/>
                </p:xfrm>
                <a:graphic>
                  <a:graphicData uri="http://schemas.openxmlformats.org/presentationml/2006/ole">
                    <mc:AlternateContent xmlns:mc="http://schemas.openxmlformats.org/markup-compatibility/2006">
                      <mc:Choice xmlns:v="urn:schemas-microsoft-com:vml" Requires="v">
                        <p:oleObj name="方程式" r:id="rId23" imgW="139680" imgH="139680" progId="Equation.3">
                          <p:embed/>
                        </p:oleObj>
                      </mc:Choice>
                      <mc:Fallback>
                        <p:oleObj name="方程式" r:id="rId23" imgW="139680" imgH="139680" progId="Equation.3">
                          <p:embed/>
                          <p:pic>
                            <p:nvPicPr>
                              <p:cNvPr id="0" name=""/>
                              <p:cNvPicPr>
                                <a:picLocks noChangeAspect="1" noChangeArrowheads="1"/>
                              </p:cNvPicPr>
                              <p:nvPr/>
                            </p:nvPicPr>
                            <p:blipFill>
                              <a:blip r:embed="rId24"/>
                              <a:srcRect/>
                              <a:stretch>
                                <a:fillRect/>
                              </a:stretch>
                            </p:blipFill>
                            <p:spPr bwMode="auto">
                              <a:xfrm>
                                <a:off x="3435128" y="3545009"/>
                                <a:ext cx="385763" cy="387350"/>
                              </a:xfrm>
                              <a:prstGeom prst="rect">
                                <a:avLst/>
                              </a:prstGeom>
                              <a:noFill/>
                            </p:spPr>
                          </p:pic>
                        </p:oleObj>
                      </mc:Fallback>
                    </mc:AlternateContent>
                  </a:graphicData>
                </a:graphic>
              </p:graphicFrame>
            </p:grpSp>
            <p:graphicFrame>
              <p:nvGraphicFramePr>
                <p:cNvPr id="27" name="Object 12"/>
                <p:cNvGraphicFramePr>
                  <a:graphicFrameLocks noChangeAspect="1"/>
                </p:cNvGraphicFramePr>
                <p:nvPr/>
              </p:nvGraphicFramePr>
              <p:xfrm>
                <a:off x="6825105" y="3573735"/>
                <a:ext cx="1792941" cy="836239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name="方程式" r:id="rId25" imgW="952200" imgH="444240" progId="Equation.3">
                        <p:embed/>
                      </p:oleObj>
                    </mc:Choice>
                    <mc:Fallback>
                      <p:oleObj name="方程式" r:id="rId25" imgW="952200" imgH="444240" progId="Equation.3">
                        <p:embed/>
                        <p:pic>
                          <p:nvPicPr>
                            <p:cNvPr id="0" name="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26"/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6825105" y="3573735"/>
                              <a:ext cx="1792941" cy="836239"/>
                            </a:xfrm>
                            <a:prstGeom prst="rect">
                              <a:avLst/>
                            </a:prstGeom>
                            <a:noFill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pSp>
              <p:nvGrpSpPr>
                <p:cNvPr id="29" name="群組 39"/>
                <p:cNvGrpSpPr/>
                <p:nvPr/>
              </p:nvGrpSpPr>
              <p:grpSpPr>
                <a:xfrm>
                  <a:off x="4723511" y="3772292"/>
                  <a:ext cx="459105" cy="459105"/>
                  <a:chOff x="3342651" y="3507082"/>
                  <a:chExt cx="520319" cy="520319"/>
                </a:xfrm>
              </p:grpSpPr>
              <p:sp>
                <p:nvSpPr>
                  <p:cNvPr id="30" name="矩形 49"/>
                  <p:cNvSpPr/>
                  <p:nvPr/>
                </p:nvSpPr>
                <p:spPr>
                  <a:xfrm>
                    <a:off x="3342651" y="3507082"/>
                    <a:ext cx="520319" cy="520319"/>
                  </a:xfrm>
                  <a:prstGeom prst="rect">
                    <a:avLst/>
                  </a:prstGeom>
                </p:spPr>
                <p:style>
                  <a:lnRef idx="1">
                    <a:schemeClr val="accent3"/>
                  </a:lnRef>
                  <a:fillRef idx="2">
                    <a:schemeClr val="accent3"/>
                  </a:fillRef>
                  <a:effectRef idx="1">
                    <a:schemeClr val="accent3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TW" altLang="en-US"/>
                  </a:p>
                </p:txBody>
              </p:sp>
              <p:graphicFrame>
                <p:nvGraphicFramePr>
                  <p:cNvPr id="31" name="Object 12"/>
                  <p:cNvGraphicFramePr>
                    <a:graphicFrameLocks noChangeAspect="1"/>
                  </p:cNvGraphicFramePr>
                  <p:nvPr/>
                </p:nvGraphicFramePr>
                <p:xfrm>
                  <a:off x="3452214" y="3562455"/>
                  <a:ext cx="350837" cy="352425"/>
                </p:xfrm>
                <a:graphic>
                  <a:graphicData uri="http://schemas.openxmlformats.org/presentationml/2006/ole">
                    <mc:AlternateContent xmlns:mc="http://schemas.openxmlformats.org/markup-compatibility/2006">
                      <mc:Choice xmlns:v="urn:schemas-microsoft-com:vml" Requires="v">
                        <p:oleObj name="方程式" r:id="rId27" imgW="126720" imgH="126720" progId="Equation.3">
                          <p:embed/>
                        </p:oleObj>
                      </mc:Choice>
                      <mc:Fallback>
                        <p:oleObj name="方程式" r:id="rId27" imgW="126720" imgH="126720" progId="Equation.3">
                          <p:embed/>
                          <p:pic>
                            <p:nvPicPr>
                              <p:cNvPr id="0" name=""/>
                              <p:cNvPicPr>
                                <a:picLocks noChangeAspect="1" noChangeArrowheads="1"/>
                              </p:cNvPicPr>
                              <p:nvPr/>
                            </p:nvPicPr>
                            <p:blipFill>
                              <a:blip r:embed="rId28"/>
                              <a:srcRect/>
                              <a:stretch>
                                <a:fillRect/>
                              </a:stretch>
                            </p:blipFill>
                            <p:spPr bwMode="auto">
                              <a:xfrm>
                                <a:off x="3452214" y="3562455"/>
                                <a:ext cx="350837" cy="352425"/>
                              </a:xfrm>
                              <a:prstGeom prst="rect">
                                <a:avLst/>
                              </a:prstGeom>
                              <a:noFill/>
                            </p:spPr>
                          </p:pic>
                        </p:oleObj>
                      </mc:Fallback>
                    </mc:AlternateContent>
                  </a:graphicData>
                </a:graphic>
              </p:graphicFrame>
            </p:grpSp>
            <p:grpSp>
              <p:nvGrpSpPr>
                <p:cNvPr id="32" name="群組 51"/>
                <p:cNvGrpSpPr/>
                <p:nvPr/>
              </p:nvGrpSpPr>
              <p:grpSpPr>
                <a:xfrm>
                  <a:off x="5295817" y="4568863"/>
                  <a:ext cx="459105" cy="459105"/>
                  <a:chOff x="3342651" y="3507082"/>
                  <a:chExt cx="520319" cy="520319"/>
                </a:xfrm>
              </p:grpSpPr>
              <p:sp>
                <p:nvSpPr>
                  <p:cNvPr id="33" name="矩形 52"/>
                  <p:cNvSpPr/>
                  <p:nvPr/>
                </p:nvSpPr>
                <p:spPr>
                  <a:xfrm>
                    <a:off x="3342651" y="3507082"/>
                    <a:ext cx="520319" cy="520319"/>
                  </a:xfrm>
                  <a:prstGeom prst="rect">
                    <a:avLst/>
                  </a:prstGeom>
                </p:spPr>
                <p:style>
                  <a:lnRef idx="1">
                    <a:schemeClr val="accent3"/>
                  </a:lnRef>
                  <a:fillRef idx="2">
                    <a:schemeClr val="accent3"/>
                  </a:fillRef>
                  <a:effectRef idx="1">
                    <a:schemeClr val="accent3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TW" altLang="en-US"/>
                  </a:p>
                </p:txBody>
              </p:sp>
              <p:graphicFrame>
                <p:nvGraphicFramePr>
                  <p:cNvPr id="34" name="Object 12"/>
                  <p:cNvGraphicFramePr>
                    <a:graphicFrameLocks noChangeAspect="1"/>
                  </p:cNvGraphicFramePr>
                  <p:nvPr/>
                </p:nvGraphicFramePr>
                <p:xfrm>
                  <a:off x="3452978" y="3563248"/>
                  <a:ext cx="349250" cy="352425"/>
                </p:xfrm>
                <a:graphic>
                  <a:graphicData uri="http://schemas.openxmlformats.org/presentationml/2006/ole">
                    <mc:AlternateContent xmlns:mc="http://schemas.openxmlformats.org/markup-compatibility/2006">
                      <mc:Choice xmlns:v="urn:schemas-microsoft-com:vml" Requires="v">
                        <p:oleObj name="方程式" r:id="rId29" imgW="126720" imgH="126720" progId="Equation.3">
                          <p:embed/>
                        </p:oleObj>
                      </mc:Choice>
                      <mc:Fallback>
                        <p:oleObj name="方程式" r:id="rId29" imgW="126720" imgH="126720" progId="Equation.3">
                          <p:embed/>
                          <p:pic>
                            <p:nvPicPr>
                              <p:cNvPr id="0" name=""/>
                              <p:cNvPicPr>
                                <a:picLocks noChangeAspect="1" noChangeArrowheads="1"/>
                              </p:cNvPicPr>
                              <p:nvPr/>
                            </p:nvPicPr>
                            <p:blipFill>
                              <a:blip r:embed="rId30"/>
                              <a:srcRect/>
                              <a:stretch>
                                <a:fillRect/>
                              </a:stretch>
                            </p:blipFill>
                            <p:spPr bwMode="auto">
                              <a:xfrm>
                                <a:off x="3452978" y="3563248"/>
                                <a:ext cx="349250" cy="352425"/>
                              </a:xfrm>
                              <a:prstGeom prst="rect">
                                <a:avLst/>
                              </a:prstGeom>
                              <a:noFill/>
                            </p:spPr>
                          </p:pic>
                        </p:oleObj>
                      </mc:Fallback>
                    </mc:AlternateContent>
                  </a:graphicData>
                </a:graphic>
              </p:graphicFrame>
            </p:grpSp>
            <p:grpSp>
              <p:nvGrpSpPr>
                <p:cNvPr id="35" name="群組 54"/>
                <p:cNvGrpSpPr/>
                <p:nvPr/>
              </p:nvGrpSpPr>
              <p:grpSpPr>
                <a:xfrm>
                  <a:off x="5874738" y="5365134"/>
                  <a:ext cx="459105" cy="459105"/>
                  <a:chOff x="3342651" y="3507082"/>
                  <a:chExt cx="520319" cy="520319"/>
                </a:xfrm>
              </p:grpSpPr>
              <p:sp>
                <p:nvSpPr>
                  <p:cNvPr id="36" name="矩形 55"/>
                  <p:cNvSpPr/>
                  <p:nvPr/>
                </p:nvSpPr>
                <p:spPr>
                  <a:xfrm>
                    <a:off x="3342651" y="3507082"/>
                    <a:ext cx="520319" cy="520319"/>
                  </a:xfrm>
                  <a:prstGeom prst="rect">
                    <a:avLst/>
                  </a:prstGeom>
                </p:spPr>
                <p:style>
                  <a:lnRef idx="1">
                    <a:schemeClr val="accent3"/>
                  </a:lnRef>
                  <a:fillRef idx="2">
                    <a:schemeClr val="accent3"/>
                  </a:fillRef>
                  <a:effectRef idx="1">
                    <a:schemeClr val="accent3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TW" altLang="en-US"/>
                  </a:p>
                </p:txBody>
              </p:sp>
              <p:graphicFrame>
                <p:nvGraphicFramePr>
                  <p:cNvPr id="37" name="Object 12"/>
                  <p:cNvGraphicFramePr>
                    <a:graphicFrameLocks noChangeAspect="1"/>
                  </p:cNvGraphicFramePr>
                  <p:nvPr/>
                </p:nvGraphicFramePr>
                <p:xfrm>
                  <a:off x="3452002" y="3562263"/>
                  <a:ext cx="350837" cy="352425"/>
                </p:xfrm>
                <a:graphic>
                  <a:graphicData uri="http://schemas.openxmlformats.org/presentationml/2006/ole">
                    <mc:AlternateContent xmlns:mc="http://schemas.openxmlformats.org/markup-compatibility/2006">
                      <mc:Choice xmlns:v="urn:schemas-microsoft-com:vml" Requires="v">
                        <p:oleObj name="方程式" r:id="rId31" imgW="126720" imgH="126720" progId="Equation.3">
                          <p:embed/>
                        </p:oleObj>
                      </mc:Choice>
                      <mc:Fallback>
                        <p:oleObj name="方程式" r:id="rId31" imgW="126720" imgH="126720" progId="Equation.3">
                          <p:embed/>
                          <p:pic>
                            <p:nvPicPr>
                              <p:cNvPr id="0" name=""/>
                              <p:cNvPicPr>
                                <a:picLocks noChangeAspect="1" noChangeArrowheads="1"/>
                              </p:cNvPicPr>
                              <p:nvPr/>
                            </p:nvPicPr>
                            <p:blipFill>
                              <a:blip r:embed="rId32"/>
                              <a:srcRect/>
                              <a:stretch>
                                <a:fillRect/>
                              </a:stretch>
                            </p:blipFill>
                            <p:spPr bwMode="auto">
                              <a:xfrm>
                                <a:off x="3452002" y="3562263"/>
                                <a:ext cx="350837" cy="352425"/>
                              </a:xfrm>
                              <a:prstGeom prst="rect">
                                <a:avLst/>
                              </a:prstGeom>
                              <a:noFill/>
                            </p:spPr>
                          </p:pic>
                        </p:oleObj>
                      </mc:Fallback>
                    </mc:AlternateContent>
                  </a:graphicData>
                </a:graphic>
              </p:graphicFrame>
            </p:grpSp>
            <p:cxnSp>
              <p:nvCxnSpPr>
                <p:cNvPr id="38" name="直線單箭頭接點 57"/>
                <p:cNvCxnSpPr/>
                <p:nvPr/>
              </p:nvCxnSpPr>
              <p:spPr>
                <a:xfrm>
                  <a:off x="2516854" y="3996989"/>
                  <a:ext cx="0" cy="2248359"/>
                </a:xfrm>
                <a:prstGeom prst="straightConnector1">
                  <a:avLst/>
                </a:prstGeom>
                <a:ln w="57150">
                  <a:solidFill>
                    <a:srgbClr val="FF0000"/>
                  </a:solidFill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9" name="直線單箭頭接點 58"/>
                <p:cNvCxnSpPr/>
                <p:nvPr/>
              </p:nvCxnSpPr>
              <p:spPr>
                <a:xfrm>
                  <a:off x="2516853" y="6228539"/>
                  <a:ext cx="804422" cy="0"/>
                </a:xfrm>
                <a:prstGeom prst="straightConnector1">
                  <a:avLst/>
                </a:prstGeom>
                <a:ln w="57150">
                  <a:solidFill>
                    <a:srgbClr val="FF0000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0" name="直線單箭頭接點 59"/>
                <p:cNvCxnSpPr/>
                <p:nvPr/>
              </p:nvCxnSpPr>
              <p:spPr>
                <a:xfrm>
                  <a:off x="2797801" y="4782601"/>
                  <a:ext cx="0" cy="1470093"/>
                </a:xfrm>
                <a:prstGeom prst="straightConnector1">
                  <a:avLst/>
                </a:prstGeom>
                <a:ln w="57150">
                  <a:solidFill>
                    <a:srgbClr val="FF0000"/>
                  </a:solidFill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1" name="直線單箭頭接點 60"/>
                <p:cNvCxnSpPr/>
                <p:nvPr/>
              </p:nvCxnSpPr>
              <p:spPr>
                <a:xfrm>
                  <a:off x="3047726" y="5545391"/>
                  <a:ext cx="0" cy="686360"/>
                </a:xfrm>
                <a:prstGeom prst="straightConnector1">
                  <a:avLst/>
                </a:prstGeom>
                <a:ln w="57150">
                  <a:solidFill>
                    <a:srgbClr val="FF0000"/>
                  </a:solidFill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2" name="直線單箭頭接點 61"/>
                <p:cNvCxnSpPr/>
                <p:nvPr/>
              </p:nvCxnSpPr>
              <p:spPr>
                <a:xfrm>
                  <a:off x="3306767" y="3973998"/>
                  <a:ext cx="1416744" cy="0"/>
                </a:xfrm>
                <a:prstGeom prst="straightConnector1">
                  <a:avLst/>
                </a:prstGeom>
                <a:ln w="5715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3" name="直線單箭頭接點 62"/>
                <p:cNvCxnSpPr/>
                <p:nvPr/>
              </p:nvCxnSpPr>
              <p:spPr>
                <a:xfrm>
                  <a:off x="3883970" y="4782601"/>
                  <a:ext cx="1411846" cy="0"/>
                </a:xfrm>
                <a:prstGeom prst="straightConnector1">
                  <a:avLst/>
                </a:prstGeom>
                <a:ln w="5715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4" name="直線單箭頭接點 70"/>
                <p:cNvCxnSpPr/>
                <p:nvPr/>
              </p:nvCxnSpPr>
              <p:spPr>
                <a:xfrm>
                  <a:off x="5191810" y="3979980"/>
                  <a:ext cx="1549307" cy="0"/>
                </a:xfrm>
                <a:prstGeom prst="straightConnector1">
                  <a:avLst/>
                </a:prstGeom>
                <a:ln w="5715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5" name="直線單箭頭接點 71"/>
                <p:cNvCxnSpPr/>
                <p:nvPr/>
              </p:nvCxnSpPr>
              <p:spPr>
                <a:xfrm>
                  <a:off x="5792004" y="4782601"/>
                  <a:ext cx="949113" cy="0"/>
                </a:xfrm>
                <a:prstGeom prst="straightConnector1">
                  <a:avLst/>
                </a:prstGeom>
                <a:ln w="5715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6" name="直線單箭頭接點 72"/>
                <p:cNvCxnSpPr/>
                <p:nvPr/>
              </p:nvCxnSpPr>
              <p:spPr>
                <a:xfrm>
                  <a:off x="6316960" y="5534953"/>
                  <a:ext cx="424157" cy="0"/>
                </a:xfrm>
                <a:prstGeom prst="straightConnector1">
                  <a:avLst/>
                </a:prstGeom>
                <a:ln w="5715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7" name="直線單箭頭接點 74"/>
                <p:cNvCxnSpPr/>
                <p:nvPr/>
              </p:nvCxnSpPr>
              <p:spPr>
                <a:xfrm>
                  <a:off x="4974964" y="4244130"/>
                  <a:ext cx="0" cy="1976020"/>
                </a:xfrm>
                <a:prstGeom prst="straightConnector1">
                  <a:avLst/>
                </a:prstGeom>
                <a:ln w="57150">
                  <a:solidFill>
                    <a:srgbClr val="FF0000"/>
                  </a:solidFill>
                  <a:headEnd type="triangle"/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8" name="直線單箭頭接點 75"/>
                <p:cNvCxnSpPr/>
                <p:nvPr/>
              </p:nvCxnSpPr>
              <p:spPr>
                <a:xfrm>
                  <a:off x="5525368" y="5004808"/>
                  <a:ext cx="0" cy="1247886"/>
                </a:xfrm>
                <a:prstGeom prst="straightConnector1">
                  <a:avLst/>
                </a:prstGeom>
                <a:ln w="57150">
                  <a:solidFill>
                    <a:srgbClr val="FF0000"/>
                  </a:solidFill>
                  <a:headEnd type="triangle"/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9" name="直線單箭頭接點 76"/>
                <p:cNvCxnSpPr/>
                <p:nvPr/>
              </p:nvCxnSpPr>
              <p:spPr>
                <a:xfrm>
                  <a:off x="6092313" y="5788540"/>
                  <a:ext cx="0" cy="464154"/>
                </a:xfrm>
                <a:prstGeom prst="straightConnector1">
                  <a:avLst/>
                </a:prstGeom>
                <a:ln w="57150">
                  <a:solidFill>
                    <a:srgbClr val="FF0000"/>
                  </a:solidFill>
                  <a:headEnd type="triangle"/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0" name="直線單箭頭接點 77"/>
                <p:cNvCxnSpPr/>
                <p:nvPr/>
              </p:nvCxnSpPr>
              <p:spPr>
                <a:xfrm>
                  <a:off x="4599466" y="6228539"/>
                  <a:ext cx="1509656" cy="0"/>
                </a:xfrm>
                <a:prstGeom prst="straightConnector1">
                  <a:avLst/>
                </a:prstGeom>
                <a:ln w="57150">
                  <a:solidFill>
                    <a:srgbClr val="FF0000"/>
                  </a:solidFill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1" name="直線單箭頭接點 90"/>
                <p:cNvCxnSpPr>
                  <a:endCxn id="36" idx="1"/>
                </p:cNvCxnSpPr>
                <p:nvPr/>
              </p:nvCxnSpPr>
              <p:spPr>
                <a:xfrm>
                  <a:off x="4329808" y="5577745"/>
                  <a:ext cx="1544930" cy="16942"/>
                </a:xfrm>
                <a:prstGeom prst="straightConnector1">
                  <a:avLst/>
                </a:prstGeom>
                <a:ln w="5715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52" name="矩形 102"/>
                <p:cNvSpPr/>
                <p:nvPr/>
              </p:nvSpPr>
              <p:spPr>
                <a:xfrm>
                  <a:off x="1263977" y="3589343"/>
                  <a:ext cx="435664" cy="418256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r>
                    <a:rPr lang="en-US" altLang="zh-TW" sz="2118" b="1" dirty="0">
                      <a:solidFill>
                        <a:srgbClr val="FF0000"/>
                      </a:solidFill>
                    </a:rPr>
                    <a:t>3</a:t>
                  </a:r>
                  <a:endParaRPr lang="zh-TW" altLang="en-US" sz="2118" b="1" dirty="0">
                    <a:solidFill>
                      <a:srgbClr val="FF0000"/>
                    </a:solidFill>
                  </a:endParaRPr>
                </a:p>
              </p:txBody>
            </p:sp>
            <p:sp>
              <p:nvSpPr>
                <p:cNvPr id="53" name="矩形 103"/>
                <p:cNvSpPr/>
                <p:nvPr/>
              </p:nvSpPr>
              <p:spPr>
                <a:xfrm>
                  <a:off x="1263736" y="5168929"/>
                  <a:ext cx="480321" cy="418256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r>
                    <a:rPr lang="en-US" altLang="zh-TW" sz="2118" b="1" dirty="0">
                      <a:solidFill>
                        <a:srgbClr val="FF0000"/>
                      </a:solidFill>
                    </a:rPr>
                    <a:t>-3</a:t>
                  </a:r>
                  <a:endParaRPr lang="zh-TW" altLang="en-US" sz="2118" b="1" dirty="0">
                    <a:solidFill>
                      <a:srgbClr val="FF0000"/>
                    </a:solidFill>
                  </a:endParaRPr>
                </a:p>
              </p:txBody>
            </p:sp>
            <p:sp>
              <p:nvSpPr>
                <p:cNvPr id="54" name="矩形 104"/>
                <p:cNvSpPr/>
                <p:nvPr/>
              </p:nvSpPr>
              <p:spPr>
                <a:xfrm>
                  <a:off x="1249366" y="4397866"/>
                  <a:ext cx="466168" cy="418256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r>
                    <a:rPr lang="en-US" altLang="zh-TW" sz="2118" b="1" dirty="0">
                      <a:solidFill>
                        <a:srgbClr val="FF0000"/>
                      </a:solidFill>
                    </a:rPr>
                    <a:t>1</a:t>
                  </a:r>
                  <a:endParaRPr lang="zh-TW" altLang="en-US" sz="2118" b="1" dirty="0">
                    <a:solidFill>
                      <a:srgbClr val="FF0000"/>
                    </a:solidFill>
                  </a:endParaRPr>
                </a:p>
              </p:txBody>
            </p:sp>
            <p:sp>
              <p:nvSpPr>
                <p:cNvPr id="55" name="矩形 105"/>
                <p:cNvSpPr/>
                <p:nvPr/>
              </p:nvSpPr>
              <p:spPr>
                <a:xfrm>
                  <a:off x="3802728" y="4425439"/>
                  <a:ext cx="586837" cy="418256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r>
                    <a:rPr lang="en-US" altLang="zh-TW" sz="2118" b="1" dirty="0">
                      <a:solidFill>
                        <a:srgbClr val="FF0000"/>
                      </a:solidFill>
                      <a:latin typeface="+mj-lt"/>
                    </a:rPr>
                    <a:t>2.7</a:t>
                  </a:r>
                  <a:endParaRPr lang="zh-TW" altLang="en-US" sz="2118" b="1" dirty="0">
                    <a:solidFill>
                      <a:srgbClr val="FF0000"/>
                    </a:solidFill>
                    <a:latin typeface="+mj-lt"/>
                  </a:endParaRPr>
                </a:p>
              </p:txBody>
            </p:sp>
            <p:sp>
              <p:nvSpPr>
                <p:cNvPr id="56" name="矩形 106"/>
                <p:cNvSpPr/>
                <p:nvPr/>
              </p:nvSpPr>
              <p:spPr>
                <a:xfrm>
                  <a:off x="3276413" y="3596596"/>
                  <a:ext cx="460382" cy="418256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r>
                    <a:rPr lang="en-US" altLang="zh-TW" sz="2118" b="1" dirty="0">
                      <a:solidFill>
                        <a:srgbClr val="FF0000"/>
                      </a:solidFill>
                      <a:latin typeface="+mj-lt"/>
                    </a:rPr>
                    <a:t>20</a:t>
                  </a:r>
                  <a:endParaRPr lang="zh-TW" altLang="en-US" sz="2118" b="1" dirty="0">
                    <a:solidFill>
                      <a:srgbClr val="FF0000"/>
                    </a:solidFill>
                    <a:latin typeface="+mj-lt"/>
                  </a:endParaRPr>
                </a:p>
              </p:txBody>
            </p:sp>
            <p:sp>
              <p:nvSpPr>
                <p:cNvPr id="57" name="矩形 107"/>
                <p:cNvSpPr/>
                <p:nvPr/>
              </p:nvSpPr>
              <p:spPr>
                <a:xfrm>
                  <a:off x="4281815" y="5143611"/>
                  <a:ext cx="914541" cy="418256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r>
                    <a:rPr lang="en-US" altLang="zh-TW" sz="2118" b="1" dirty="0">
                      <a:solidFill>
                        <a:srgbClr val="FF0000"/>
                      </a:solidFill>
                      <a:latin typeface="+mj-lt"/>
                    </a:rPr>
                    <a:t>0.05</a:t>
                  </a:r>
                  <a:endParaRPr lang="zh-TW" altLang="en-US" sz="2118" b="1" dirty="0">
                    <a:solidFill>
                      <a:srgbClr val="FF0000"/>
                    </a:solidFill>
                    <a:latin typeface="+mj-lt"/>
                  </a:endParaRPr>
                </a:p>
              </p:txBody>
            </p:sp>
            <p:sp>
              <p:nvSpPr>
                <p:cNvPr id="58" name="矩形 108"/>
                <p:cNvSpPr/>
                <p:nvPr/>
              </p:nvSpPr>
              <p:spPr>
                <a:xfrm>
                  <a:off x="6440009" y="3547948"/>
                  <a:ext cx="660758" cy="418256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r>
                    <a:rPr lang="en-US" altLang="zh-TW" sz="2118" b="1" dirty="0">
                      <a:solidFill>
                        <a:srgbClr val="FF0000"/>
                      </a:solidFill>
                      <a:latin typeface="times" panose="02020603050405020304" pitchFamily="18" charset="0"/>
                    </a:rPr>
                    <a:t>0.88</a:t>
                  </a:r>
                  <a:endParaRPr lang="zh-TW" altLang="en-US" sz="2118" b="1" dirty="0">
                    <a:solidFill>
                      <a:srgbClr val="FF0000"/>
                    </a:solidFill>
                  </a:endParaRPr>
                </a:p>
              </p:txBody>
            </p:sp>
            <p:sp>
              <p:nvSpPr>
                <p:cNvPr id="59" name="矩形 109"/>
                <p:cNvSpPr/>
                <p:nvPr/>
              </p:nvSpPr>
              <p:spPr>
                <a:xfrm>
                  <a:off x="6461005" y="4329596"/>
                  <a:ext cx="660758" cy="418256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r>
                    <a:rPr lang="en-US" altLang="zh-TW" sz="2118" b="1" dirty="0">
                      <a:solidFill>
                        <a:srgbClr val="FF0000"/>
                      </a:solidFill>
                      <a:latin typeface="times" panose="02020603050405020304" pitchFamily="18" charset="0"/>
                    </a:rPr>
                    <a:t>0.12</a:t>
                  </a:r>
                  <a:endParaRPr lang="zh-TW" altLang="en-US" sz="2118" b="1" dirty="0">
                    <a:solidFill>
                      <a:srgbClr val="FF0000"/>
                    </a:solidFill>
                  </a:endParaRPr>
                </a:p>
              </p:txBody>
            </p:sp>
            <p:sp>
              <p:nvSpPr>
                <p:cNvPr id="60" name="矩形 110"/>
                <p:cNvSpPr/>
                <p:nvPr/>
              </p:nvSpPr>
              <p:spPr>
                <a:xfrm>
                  <a:off x="6518040" y="5068071"/>
                  <a:ext cx="455574" cy="418256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r>
                    <a:rPr lang="en-US" altLang="zh-TW" sz="2118" b="1" dirty="0">
                      <a:solidFill>
                        <a:srgbClr val="FF0000"/>
                      </a:solidFill>
                      <a:latin typeface="Calibri" panose="020F0502020204030204" pitchFamily="34" charset="0"/>
                    </a:rPr>
                    <a:t>≈</a:t>
                  </a:r>
                  <a:r>
                    <a:rPr lang="en-US" altLang="zh-TW" sz="2118" b="1" dirty="0">
                      <a:solidFill>
                        <a:srgbClr val="FF0000"/>
                      </a:solidFill>
                      <a:latin typeface="times" panose="02020603050405020304" pitchFamily="18" charset="0"/>
                    </a:rPr>
                    <a:t>0</a:t>
                  </a:r>
                  <a:endParaRPr lang="zh-TW" altLang="en-US" sz="2118" b="1" dirty="0">
                    <a:solidFill>
                      <a:srgbClr val="FF0000"/>
                    </a:solidFill>
                  </a:endParaRPr>
                </a:p>
              </p:txBody>
            </p:sp>
            <p:graphicFrame>
              <p:nvGraphicFramePr>
                <p:cNvPr id="61" name="Object 12"/>
                <p:cNvGraphicFramePr>
                  <a:graphicFrameLocks noChangeAspect="1"/>
                </p:cNvGraphicFramePr>
                <p:nvPr/>
              </p:nvGraphicFramePr>
              <p:xfrm>
                <a:off x="6795690" y="4395966"/>
                <a:ext cx="1840566" cy="836239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name="方程式" r:id="rId33" imgW="977760" imgH="444240" progId="Equation.3">
                        <p:embed/>
                      </p:oleObj>
                    </mc:Choice>
                    <mc:Fallback>
                      <p:oleObj name="方程式" r:id="rId33" imgW="977760" imgH="444240" progId="Equation.3">
                        <p:embed/>
                        <p:pic>
                          <p:nvPicPr>
                            <p:cNvPr id="0" name="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34"/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6795690" y="4395966"/>
                              <a:ext cx="1840566" cy="836239"/>
                            </a:xfrm>
                            <a:prstGeom prst="rect">
                              <a:avLst/>
                            </a:prstGeom>
                            <a:noFill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62" name="Object 12"/>
                <p:cNvGraphicFramePr>
                  <a:graphicFrameLocks noChangeAspect="1"/>
                </p:cNvGraphicFramePr>
                <p:nvPr/>
              </p:nvGraphicFramePr>
              <p:xfrm>
                <a:off x="6787285" y="5215397"/>
                <a:ext cx="1818154" cy="836239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name="方程式" r:id="rId35" imgW="965160" imgH="444240" progId="Equation.3">
                        <p:embed/>
                      </p:oleObj>
                    </mc:Choice>
                    <mc:Fallback>
                      <p:oleObj name="方程式" r:id="rId35" imgW="965160" imgH="444240" progId="Equation.3">
                        <p:embed/>
                        <p:pic>
                          <p:nvPicPr>
                            <p:cNvPr id="0" name="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36"/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6787285" y="5215397"/>
                              <a:ext cx="1818154" cy="836239"/>
                            </a:xfrm>
                            <a:prstGeom prst="rect">
                              <a:avLst/>
                            </a:prstGeom>
                            <a:noFill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p:grpSp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63" name="文字方塊 63"/>
              <p:cNvSpPr txBox="1"/>
              <p:nvPr/>
            </p:nvSpPr>
            <p:spPr>
              <a:xfrm>
                <a:off x="6973614" y="1225774"/>
                <a:ext cx="1960338" cy="107061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sz="2118" b="1" i="1" u="sng" dirty="0"/>
                  <a:t>Probability</a:t>
                </a:r>
                <a:r>
                  <a:rPr lang="en-US" altLang="zh-TW" sz="2118" dirty="0"/>
                  <a:t>:</a:t>
                </a:r>
              </a:p>
              <a:p>
                <a:pPr marL="302575" indent="-302575"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r>
                      <a:rPr lang="en-US" altLang="zh-TW" sz="2118" i="1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altLang="zh-TW" sz="2118" i="1">
                        <a:latin typeface="Cambria Math" panose="02040503050406030204" pitchFamily="18" charset="0"/>
                      </a:rPr>
                      <m:t>&lt;</m:t>
                    </m:r>
                    <m:sSub>
                      <m:sSubPr>
                        <m:ctrlPr>
                          <a:rPr lang="en-US" altLang="zh-TW" sz="2118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118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zh-TW" sz="2118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TW" sz="2118" i="1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altLang="zh-TW" sz="2118" i="1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lang="en-US" altLang="zh-TW" sz="2118" dirty="0"/>
              </a:p>
              <a:p>
                <a:pPr marL="302575" indent="-302575"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nary>
                      <m:naryPr>
                        <m:chr m:val="∑"/>
                        <m:supHide m:val="on"/>
                        <m:ctrlPr>
                          <a:rPr lang="en-US" altLang="zh-TW" sz="2118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US" altLang="zh-TW" sz="2118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US" altLang="zh-TW" sz="2118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118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zh-TW" sz="2118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altLang="zh-TW" sz="2118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zh-TW" sz="2118" i="1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nary>
                  </m:oMath>
                </a14:m>
                <a:endParaRPr lang="zh-TW" altLang="en-US" sz="2118" dirty="0"/>
              </a:p>
            </p:txBody>
          </p:sp>
        </mc:Choice>
        <mc:Fallback xmlns="">
          <p:sp>
            <p:nvSpPr>
              <p:cNvPr id="63" name="文字方塊 6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73614" y="1225774"/>
                <a:ext cx="1960338" cy="1070614"/>
              </a:xfrm>
              <a:prstGeom prst="rect">
                <a:avLst/>
              </a:prstGeom>
              <a:blipFill rotWithShape="0">
                <a:blip r:embed="rId38"/>
                <a:stretch>
                  <a:fillRect l="-4969" t="-3409" b="-7215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4" name="TextBox 63">
            <a:extLst>
              <a:ext uri="{FF2B5EF4-FFF2-40B4-BE49-F238E27FC236}">
                <a16:creationId xmlns:a16="http://schemas.microsoft.com/office/drawing/2014/main" id="{539C12C3-CC5D-4D44-A090-4E9C0487D322}"/>
              </a:ext>
            </a:extLst>
          </p:cNvPr>
          <p:cNvSpPr txBox="1"/>
          <p:nvPr/>
        </p:nvSpPr>
        <p:spPr>
          <a:xfrm>
            <a:off x="1712744" y="6886546"/>
            <a:ext cx="6099501" cy="2280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82" dirty="0"/>
              <a:t>Slide credit: Hung-</a:t>
            </a:r>
            <a:r>
              <a:rPr lang="en-US" sz="882" dirty="0" err="1"/>
              <a:t>yi</a:t>
            </a:r>
            <a:r>
              <a:rPr lang="en-US" sz="882" dirty="0"/>
              <a:t> Lee – Deep Learning Tutorial</a:t>
            </a:r>
          </a:p>
        </p:txBody>
      </p:sp>
    </p:spTree>
    <p:extLst>
      <p:ext uri="{BB962C8B-B14F-4D97-AF65-F5344CB8AC3E}">
        <p14:creationId xmlns:p14="http://schemas.microsoft.com/office/powerpoint/2010/main" val="30517793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Multiclass classification example</a:t>
            </a:r>
            <a:endParaRPr lang="en-IN" dirty="0"/>
          </a:p>
        </p:txBody>
      </p:sp>
      <p:pic>
        <p:nvPicPr>
          <p:cNvPr id="1026" name="Picture 2" descr="https://miro.medium.com/v2/resize:fit:700/1*KvygqiInUpBzpknb-KVKJw.jpe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1752600"/>
            <a:ext cx="6667500" cy="1838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685800" y="4522470"/>
                <a:ext cx="2236894" cy="184665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IN" sz="24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3.2</m:t>
                          </m:r>
                        </m:sup>
                      </m:sSup>
                      <m:r>
                        <a:rPr lang="en-IN" sz="240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24.5325</m:t>
                      </m:r>
                    </m:oMath>
                  </m:oMathPara>
                </a14:m>
                <a:endParaRPr lang="en-US" sz="2400" b="0" i="1" dirty="0">
                  <a:latin typeface="Cambria Math" panose="02040503050406030204" pitchFamily="18" charset="0"/>
                </a:endParaRPr>
              </a:p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IN" sz="24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1.3</m:t>
                          </m:r>
                        </m:sup>
                      </m:sSup>
                      <m:r>
                        <a:rPr lang="en-IN" sz="240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3.6693</m:t>
                      </m:r>
                    </m:oMath>
                  </m:oMathPara>
                </a14:m>
                <a:endParaRPr lang="en-US" sz="2400" b="0" dirty="0"/>
              </a:p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IN" sz="24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0.2</m:t>
                          </m:r>
                        </m:sup>
                      </m:sSup>
                      <m:r>
                        <a:rPr lang="en-IN" sz="240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1.2214</m:t>
                      </m:r>
                    </m:oMath>
                  </m:oMathPara>
                </a14:m>
                <a:endParaRPr lang="en-US" sz="2400" b="0" i="1" dirty="0">
                  <a:latin typeface="Cambria Math" panose="02040503050406030204" pitchFamily="18" charset="0"/>
                </a:endParaRPr>
              </a:p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IN" sz="24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0.8</m:t>
                          </m:r>
                        </m:sup>
                      </m:sSup>
                      <m:r>
                        <a:rPr lang="en-IN" sz="240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2.2255</m:t>
                      </m:r>
                    </m:oMath>
                  </m:oMathPara>
                </a14:m>
                <a:endParaRPr lang="en-US" sz="2400" b="0" dirty="0"/>
              </a:p>
              <a:p>
                <a:pPr algn="l"/>
                <a:endParaRPr lang="en-IN" sz="2400" dirty="0"/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5800" y="4522470"/>
                <a:ext cx="2236894" cy="1846659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4876800" y="4634498"/>
                <a:ext cx="3356816" cy="194540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>
                          <a:latin typeface="Cambria Math" panose="02040503050406030204" pitchFamily="18" charset="0"/>
                        </a:rPr>
                        <m:t>S</m:t>
                      </m:r>
                      <m:d>
                        <m:d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3.2</m:t>
                          </m:r>
                        </m:e>
                      </m:d>
                      <m:r>
                        <a:rPr lang="en-IN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IN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3.2</m:t>
                              </m:r>
                            </m:sup>
                          </m:sSup>
                        </m:num>
                        <m:den>
                          <m:sSup>
                            <m:sSupPr>
                              <m:ctrlPr>
                                <a:rPr lang="en-IN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3.2</m:t>
                              </m:r>
                            </m:sup>
                          </m:s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IN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1.3</m:t>
                              </m:r>
                            </m:sup>
                          </m:s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IN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0.2</m:t>
                              </m:r>
                            </m:sup>
                          </m:s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IN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0.8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IN" dirty="0"/>
              </a:p>
              <a:p>
                <a:endParaRPr lang="en-US" dirty="0"/>
              </a:p>
              <a:p>
                <a:r>
                  <a:rPr lang="en-US" dirty="0"/>
                  <a:t>            </a:t>
                </a:r>
                <a14:m>
                  <m:oMath xmlns:m="http://schemas.openxmlformats.org/officeDocument/2006/math">
                    <m:r>
                      <a:rPr lang="en-IN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.775</m:t>
                    </m:r>
                  </m:oMath>
                </a14:m>
                <a:endParaRPr lang="en-IN" dirty="0"/>
              </a:p>
              <a:p>
                <a:endParaRPr lang="en-IN" dirty="0"/>
              </a:p>
              <a:p>
                <a:endParaRPr lang="en-US" dirty="0"/>
              </a:p>
              <a:p>
                <a:endParaRPr lang="en-IN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76800" y="4634498"/>
                <a:ext cx="3356816" cy="1945404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ectangle 5"/>
          <p:cNvSpPr/>
          <p:nvPr/>
        </p:nvSpPr>
        <p:spPr>
          <a:xfrm>
            <a:off x="0" y="6563471"/>
            <a:ext cx="8763000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1000" dirty="0"/>
              <a:t>Example credit: https://towardsdatascience.com/softmax-activation-function-how-it-actually-works-d292d335bd78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2400300" y="1243885"/>
                <a:ext cx="1981200" cy="547201"/>
              </a:xfrm>
              <a:prstGeom prst="rect">
                <a:avLst/>
              </a:prstGeom>
              <a:noFill/>
              <a:ln>
                <a:solidFill>
                  <a:srgbClr val="C00000"/>
                </a:solidFill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IN" sz="14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[</m:t>
                          </m:r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]</m:t>
                          </m:r>
                        </m:sup>
                      </m:sSubSup>
                      <m:r>
                        <a:rPr lang="en-IN" sz="140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IN" sz="14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/>
                        <m:e>
                          <m:sSubSup>
                            <m:sSubSupPr>
                              <m:ctrlPr>
                                <a:rPr lang="en-IN" sz="140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𝑖𝑗</m:t>
                              </m:r>
                            </m:sub>
                            <m:sup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  </m:t>
                              </m:r>
                            </m:sup>
                          </m:sSubSup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sSubSup>
                            <m:sSubSupPr>
                              <m:ctrlP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  <m:sup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bSup>
                        </m:e>
                      </m:nary>
                      <m:r>
                        <a:rPr lang="en-US" sz="1400" b="0" i="0" smtClean="0"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sup>
                      </m:sSubSup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00300" y="1243885"/>
                <a:ext cx="1981200" cy="547201"/>
              </a:xfrm>
              <a:prstGeom prst="rect">
                <a:avLst/>
              </a:prstGeom>
              <a:blipFill rotWithShape="0">
                <a:blip r:embed="rId5"/>
                <a:stretch>
                  <a:fillRect l="-9786" t="-133696" r="-1835" b="-185870"/>
                </a:stretch>
              </a:blipFill>
              <a:ln>
                <a:solidFill>
                  <a:srgbClr val="C00000"/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" name="Straight Arrow Connector 7"/>
          <p:cNvCxnSpPr/>
          <p:nvPr/>
        </p:nvCxnSpPr>
        <p:spPr>
          <a:xfrm flipV="1">
            <a:off x="3276600" y="1703273"/>
            <a:ext cx="0" cy="28215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2288042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0"/>
          </p:nvPr>
        </p:nvPicPr>
        <p:blipFill>
          <a:blip r:embed="rId2"/>
          <a:stretch>
            <a:fillRect/>
          </a:stretch>
        </p:blipFill>
        <p:spPr>
          <a:xfrm>
            <a:off x="1892835" y="2263014"/>
            <a:ext cx="2994991" cy="914400"/>
          </a:xfrm>
          <a:prstGeom prst="rect">
            <a:avLst/>
          </a:prstGeom>
        </p:spPr>
      </p:pic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Multi-class cross entropy loss</a:t>
            </a:r>
            <a:br>
              <a:rPr lang="en-IN" dirty="0"/>
            </a:br>
            <a:endParaRPr lang="en-IN" dirty="0"/>
          </a:p>
        </p:txBody>
      </p:sp>
      <p:sp>
        <p:nvSpPr>
          <p:cNvPr id="7" name="Rectangle 6"/>
          <p:cNvSpPr/>
          <p:nvPr/>
        </p:nvSpPr>
        <p:spPr>
          <a:xfrm>
            <a:off x="76200" y="1205552"/>
            <a:ext cx="9137176" cy="427809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Binary cross entropy is calculated on top of sigmoid outputs, whereas Categorical cross-entropy is calculated over </a:t>
            </a:r>
            <a:r>
              <a:rPr lang="en-US" sz="2400" dirty="0" err="1">
                <a:latin typeface="Cambria" panose="02040503050406030204" pitchFamily="18" charset="0"/>
                <a:ea typeface="Cambria" panose="02040503050406030204" pitchFamily="18" charset="0"/>
              </a:rPr>
              <a:t>softmax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 activation outputs.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24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24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24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Cambria" panose="02040503050406030204" pitchFamily="18" charset="0"/>
                <a:ea typeface="Cambria" panose="02040503050406030204" pitchFamily="18" charset="0"/>
              </a:rPr>
              <a:t>Here, y</a:t>
            </a:r>
            <a:r>
              <a:rPr lang="en-IN" sz="2400" baseline="30000" dirty="0">
                <a:latin typeface="Cambria" panose="02040503050406030204" pitchFamily="18" charset="0"/>
                <a:ea typeface="Cambria" panose="02040503050406030204" pitchFamily="18" charset="0"/>
              </a:rPr>
              <a:t>(k)</a:t>
            </a:r>
            <a:r>
              <a:rPr lang="en-IN" sz="2400" dirty="0">
                <a:latin typeface="Cambria" panose="02040503050406030204" pitchFamily="18" charset="0"/>
                <a:ea typeface="Cambria" panose="02040503050406030204" pitchFamily="18" charset="0"/>
              </a:rPr>
              <a:t> is 0 or 1, indicating whether class label k is the correct classification for predicting y</a:t>
            </a:r>
            <a:r>
              <a:rPr lang="en-IN" sz="2400" dirty="0">
                <a:latin typeface="Cambria" panose="02040503050406030204" pitchFamily="18" charset="0"/>
                <a:ea typeface="Cambria" panose="02040503050406030204" pitchFamily="18" charset="0"/>
                <a:cs typeface="Arial Unicode MS" panose="020B0604020202020204" pitchFamily="34" charset="-128"/>
              </a:rPr>
              <a:t>̂</a:t>
            </a:r>
            <a:r>
              <a:rPr lang="en-IN" sz="2400" baseline="30000" dirty="0">
                <a:latin typeface="Cambria" panose="02040503050406030204" pitchFamily="18" charset="0"/>
                <a:ea typeface="Cambria" panose="02040503050406030204" pitchFamily="18" charset="0"/>
                <a:cs typeface="Arial Unicode MS" panose="020B0604020202020204" pitchFamily="34" charset="-128"/>
              </a:rPr>
              <a:t>(k)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baseline="30000" dirty="0">
              <a:latin typeface="Cambria" panose="02040503050406030204" pitchFamily="18" charset="0"/>
              <a:ea typeface="Cambria" panose="02040503050406030204" pitchFamily="18" charset="0"/>
              <a:cs typeface="Arial Unicode MS" panose="020B0604020202020204" pitchFamily="34" charset="-128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baseline="30000" dirty="0">
              <a:latin typeface="Cambria" panose="02040503050406030204" pitchFamily="18" charset="0"/>
              <a:ea typeface="Cambria" panose="02040503050406030204" pitchFamily="18" charset="0"/>
              <a:cs typeface="Arial Unicode MS" panose="020B0604020202020204" pitchFamily="34" charset="-128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Cambria" panose="02040503050406030204" pitchFamily="18" charset="0"/>
                <a:ea typeface="Cambria" panose="02040503050406030204" pitchFamily="18" charset="0"/>
              </a:rPr>
              <a:t>With </a:t>
            </a:r>
            <a:r>
              <a:rPr lang="en-IN" sz="2400" dirty="0" err="1">
                <a:latin typeface="Cambria" panose="02040503050406030204" pitchFamily="18" charset="0"/>
                <a:ea typeface="Cambria" panose="02040503050406030204" pitchFamily="18" charset="0"/>
              </a:rPr>
              <a:t>softmax</a:t>
            </a:r>
            <a:r>
              <a:rPr lang="en-IN" sz="2400" dirty="0">
                <a:latin typeface="Cambria" panose="02040503050406030204" pitchFamily="18" charset="0"/>
                <a:ea typeface="Cambria" panose="02040503050406030204" pitchFamily="18" charset="0"/>
              </a:rPr>
              <a:t> activation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2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5181600"/>
            <a:ext cx="5104263" cy="1295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856341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/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pPr marL="313781" indent="-302575">
              <a:spcBef>
                <a:spcPts val="657"/>
              </a:spcBef>
              <a:buFont typeface="Arial"/>
              <a:buChar char="•"/>
              <a:tabLst>
                <a:tab pos="313221" algn="l"/>
                <a:tab pos="313781" algn="l"/>
              </a:tabLst>
            </a:pPr>
            <a:r>
              <a:rPr lang="en-US" sz="2382" spc="-49" dirty="0">
                <a:solidFill>
                  <a:prstClr val="black"/>
                </a:solidFill>
                <a:cs typeface="Calibri"/>
              </a:rPr>
              <a:t>We </a:t>
            </a:r>
            <a:r>
              <a:rPr lang="en-US" sz="2382" spc="-9" dirty="0">
                <a:solidFill>
                  <a:prstClr val="black"/>
                </a:solidFill>
                <a:cs typeface="Calibri"/>
              </a:rPr>
              <a:t>are given </a:t>
            </a:r>
            <a:r>
              <a:rPr lang="en-US" sz="2382" dirty="0">
                <a:solidFill>
                  <a:prstClr val="black"/>
                </a:solidFill>
                <a:cs typeface="Calibri"/>
              </a:rPr>
              <a:t>a number of “training” </a:t>
            </a:r>
            <a:r>
              <a:rPr lang="en-US" sz="2382" spc="-13" dirty="0">
                <a:solidFill>
                  <a:prstClr val="black"/>
                </a:solidFill>
                <a:cs typeface="Calibri"/>
              </a:rPr>
              <a:t>data</a:t>
            </a:r>
            <a:r>
              <a:rPr lang="en-US" sz="2382" spc="-53" dirty="0">
                <a:solidFill>
                  <a:prstClr val="black"/>
                </a:solidFill>
                <a:cs typeface="Calibri"/>
              </a:rPr>
              <a:t> </a:t>
            </a:r>
            <a:r>
              <a:rPr lang="en-US" sz="2382" spc="-9" dirty="0">
                <a:solidFill>
                  <a:prstClr val="black"/>
                </a:solidFill>
                <a:cs typeface="Calibri"/>
              </a:rPr>
              <a:t>instances</a:t>
            </a:r>
            <a:endParaRPr lang="en-US" sz="2382" dirty="0">
              <a:solidFill>
                <a:prstClr val="black"/>
              </a:solidFill>
              <a:cs typeface="Calibri"/>
            </a:endParaRPr>
          </a:p>
          <a:p>
            <a:pPr marL="313221" marR="589461" indent="-302575">
              <a:spcBef>
                <a:spcPts val="574"/>
              </a:spcBef>
              <a:buFont typeface="Arial"/>
              <a:buChar char="•"/>
              <a:tabLst>
                <a:tab pos="313221" algn="l"/>
                <a:tab pos="313781" algn="l"/>
              </a:tabLst>
            </a:pPr>
            <a:r>
              <a:rPr lang="en-US" sz="2382" dirty="0">
                <a:solidFill>
                  <a:prstClr val="black"/>
                </a:solidFill>
                <a:cs typeface="Calibri"/>
              </a:rPr>
              <a:t>E.g. </a:t>
            </a:r>
            <a:r>
              <a:rPr lang="en-US" sz="2382" spc="-4" dirty="0">
                <a:solidFill>
                  <a:prstClr val="black"/>
                </a:solidFill>
                <a:cs typeface="Calibri"/>
              </a:rPr>
              <a:t>images </a:t>
            </a:r>
            <a:r>
              <a:rPr lang="en-US" sz="2382" dirty="0">
                <a:solidFill>
                  <a:prstClr val="black"/>
                </a:solidFill>
                <a:cs typeface="Calibri"/>
              </a:rPr>
              <a:t>of </a:t>
            </a:r>
            <a:r>
              <a:rPr lang="en-US" sz="2382" spc="-4" dirty="0">
                <a:solidFill>
                  <a:prstClr val="black"/>
                </a:solidFill>
                <a:cs typeface="Calibri"/>
              </a:rPr>
              <a:t>digits, along with </a:t>
            </a:r>
            <a:r>
              <a:rPr lang="en-US" sz="2382" spc="-9" dirty="0">
                <a:solidFill>
                  <a:prstClr val="black"/>
                </a:solidFill>
                <a:cs typeface="Calibri"/>
              </a:rPr>
              <a:t>information </a:t>
            </a:r>
            <a:r>
              <a:rPr lang="en-US" sz="2382" dirty="0">
                <a:solidFill>
                  <a:prstClr val="black"/>
                </a:solidFill>
                <a:cs typeface="Calibri"/>
              </a:rPr>
              <a:t>about  </a:t>
            </a:r>
            <a:r>
              <a:rPr lang="en-US" sz="2382" spc="-4" dirty="0">
                <a:solidFill>
                  <a:prstClr val="black"/>
                </a:solidFill>
                <a:cs typeface="Calibri"/>
              </a:rPr>
              <a:t>which </a:t>
            </a:r>
            <a:r>
              <a:rPr lang="en-US" sz="2382" dirty="0">
                <a:solidFill>
                  <a:prstClr val="black"/>
                </a:solidFill>
                <a:cs typeface="Calibri"/>
              </a:rPr>
              <a:t>digit </a:t>
            </a:r>
            <a:r>
              <a:rPr lang="en-US" sz="2382" spc="-4" dirty="0">
                <a:solidFill>
                  <a:prstClr val="black"/>
                </a:solidFill>
                <a:cs typeface="Calibri"/>
              </a:rPr>
              <a:t>the </a:t>
            </a:r>
            <a:r>
              <a:rPr lang="en-US" sz="2382" spc="-9" dirty="0">
                <a:solidFill>
                  <a:prstClr val="black"/>
                </a:solidFill>
                <a:cs typeface="Calibri"/>
              </a:rPr>
              <a:t>image</a:t>
            </a:r>
            <a:r>
              <a:rPr lang="en-US" sz="2382" spc="-22" dirty="0">
                <a:solidFill>
                  <a:prstClr val="black"/>
                </a:solidFill>
                <a:cs typeface="Calibri"/>
              </a:rPr>
              <a:t> </a:t>
            </a:r>
            <a:r>
              <a:rPr lang="en-US" sz="2382" spc="-13" dirty="0">
                <a:solidFill>
                  <a:prstClr val="black"/>
                </a:solidFill>
                <a:cs typeface="Calibri"/>
              </a:rPr>
              <a:t>represents</a:t>
            </a:r>
            <a:endParaRPr lang="en-US" sz="2382" dirty="0">
              <a:solidFill>
                <a:prstClr val="black"/>
              </a:solidFill>
              <a:cs typeface="Calibri"/>
            </a:endParaRPr>
          </a:p>
          <a:p>
            <a:pPr marL="313781" indent="-302575">
              <a:spcBef>
                <a:spcPts val="574"/>
              </a:spcBef>
              <a:buFont typeface="Arial"/>
              <a:buChar char="•"/>
              <a:tabLst>
                <a:tab pos="313221" algn="l"/>
                <a:tab pos="313781" algn="l"/>
              </a:tabLst>
            </a:pPr>
            <a:r>
              <a:rPr lang="en-US" sz="2382" spc="-35" dirty="0">
                <a:solidFill>
                  <a:prstClr val="black"/>
                </a:solidFill>
                <a:cs typeface="Calibri"/>
              </a:rPr>
              <a:t>Tasks:</a:t>
            </a:r>
            <a:endParaRPr lang="en-US" sz="2382" dirty="0">
              <a:solidFill>
                <a:prstClr val="black"/>
              </a:solidFill>
              <a:cs typeface="Calibri"/>
            </a:endParaRPr>
          </a:p>
          <a:p>
            <a:pPr marL="667346" lvl="1" indent="-253266">
              <a:spcBef>
                <a:spcPts val="516"/>
              </a:spcBef>
              <a:buFont typeface="Arial"/>
              <a:buChar char="–"/>
              <a:tabLst>
                <a:tab pos="667906" algn="l"/>
                <a:tab pos="2915926" algn="l"/>
              </a:tabLst>
            </a:pPr>
            <a:r>
              <a:rPr lang="en-US" sz="2118" dirty="0">
                <a:solidFill>
                  <a:prstClr val="black"/>
                </a:solidFill>
                <a:cs typeface="Calibri"/>
              </a:rPr>
              <a:t>Binary</a:t>
            </a:r>
            <a:r>
              <a:rPr lang="en-US" sz="2118" spc="-13" dirty="0">
                <a:solidFill>
                  <a:prstClr val="black"/>
                </a:solidFill>
                <a:cs typeface="Calibri"/>
              </a:rPr>
              <a:t> </a:t>
            </a:r>
            <a:r>
              <a:rPr lang="en-US" sz="2118" spc="-9" dirty="0">
                <a:solidFill>
                  <a:prstClr val="black"/>
                </a:solidFill>
                <a:cs typeface="Calibri"/>
              </a:rPr>
              <a:t>recognition:	</a:t>
            </a:r>
            <a:r>
              <a:rPr lang="en-US" sz="2118" spc="-4" dirty="0">
                <a:solidFill>
                  <a:prstClr val="black"/>
                </a:solidFill>
                <a:cs typeface="Calibri"/>
              </a:rPr>
              <a:t>Is this </a:t>
            </a:r>
            <a:r>
              <a:rPr lang="en-US" sz="2118" dirty="0">
                <a:solidFill>
                  <a:prstClr val="black"/>
                </a:solidFill>
                <a:cs typeface="Calibri"/>
              </a:rPr>
              <a:t>a </a:t>
            </a:r>
            <a:r>
              <a:rPr lang="en-US" sz="2118" spc="-9" dirty="0">
                <a:solidFill>
                  <a:prstClr val="black"/>
                </a:solidFill>
                <a:cs typeface="Calibri"/>
              </a:rPr>
              <a:t>“2” or</a:t>
            </a:r>
            <a:r>
              <a:rPr lang="en-US" sz="2118" spc="-18" dirty="0">
                <a:solidFill>
                  <a:prstClr val="black"/>
                </a:solidFill>
                <a:cs typeface="Calibri"/>
              </a:rPr>
              <a:t> </a:t>
            </a:r>
            <a:r>
              <a:rPr lang="en-US" sz="2118" spc="-4" dirty="0">
                <a:solidFill>
                  <a:prstClr val="black"/>
                </a:solidFill>
                <a:cs typeface="Calibri"/>
              </a:rPr>
              <a:t>not</a:t>
            </a:r>
            <a:endParaRPr lang="en-US" sz="2118" dirty="0">
              <a:solidFill>
                <a:prstClr val="black"/>
              </a:solidFill>
              <a:cs typeface="Calibri"/>
            </a:endParaRPr>
          </a:p>
          <a:p>
            <a:pPr marL="667346" marR="4483" lvl="1" indent="-253266">
              <a:spcBef>
                <a:spcPts val="507"/>
              </a:spcBef>
              <a:buFont typeface="Arial"/>
              <a:buChar char="–"/>
              <a:tabLst>
                <a:tab pos="667906" algn="l"/>
                <a:tab pos="3340652" algn="l"/>
              </a:tabLst>
            </a:pPr>
            <a:r>
              <a:rPr lang="en-US" sz="2118" spc="-4" dirty="0">
                <a:solidFill>
                  <a:prstClr val="black"/>
                </a:solidFill>
                <a:cs typeface="Calibri"/>
              </a:rPr>
              <a:t>Multi-class</a:t>
            </a:r>
            <a:r>
              <a:rPr lang="en-US" sz="2118" dirty="0">
                <a:solidFill>
                  <a:prstClr val="black"/>
                </a:solidFill>
                <a:cs typeface="Calibri"/>
              </a:rPr>
              <a:t> </a:t>
            </a:r>
            <a:r>
              <a:rPr lang="en-US" sz="2118" spc="-9" dirty="0">
                <a:solidFill>
                  <a:prstClr val="black"/>
                </a:solidFill>
                <a:cs typeface="Calibri"/>
              </a:rPr>
              <a:t>recognition:	</a:t>
            </a:r>
            <a:r>
              <a:rPr lang="en-US" sz="2118" dirty="0">
                <a:solidFill>
                  <a:prstClr val="black"/>
                </a:solidFill>
                <a:cs typeface="Calibri"/>
              </a:rPr>
              <a:t>Which </a:t>
            </a:r>
            <a:r>
              <a:rPr lang="en-US" sz="2118" spc="-4" dirty="0">
                <a:solidFill>
                  <a:prstClr val="black"/>
                </a:solidFill>
                <a:cs typeface="Calibri"/>
              </a:rPr>
              <a:t>digit </a:t>
            </a:r>
            <a:r>
              <a:rPr lang="en-US" sz="2118" dirty="0">
                <a:solidFill>
                  <a:prstClr val="black"/>
                </a:solidFill>
                <a:cs typeface="Calibri"/>
              </a:rPr>
              <a:t>is </a:t>
            </a:r>
            <a:r>
              <a:rPr lang="en-US" sz="2118" spc="-4" dirty="0">
                <a:solidFill>
                  <a:prstClr val="black"/>
                </a:solidFill>
                <a:cs typeface="Calibri"/>
              </a:rPr>
              <a:t>this? Is this </a:t>
            </a:r>
            <a:r>
              <a:rPr lang="en-US" sz="2118" dirty="0">
                <a:solidFill>
                  <a:prstClr val="black"/>
                </a:solidFill>
                <a:cs typeface="Calibri"/>
              </a:rPr>
              <a:t>a </a:t>
            </a:r>
            <a:r>
              <a:rPr lang="en-US" sz="2118" spc="-4" dirty="0">
                <a:solidFill>
                  <a:prstClr val="black"/>
                </a:solidFill>
                <a:cs typeface="Calibri"/>
              </a:rPr>
              <a:t>digit</a:t>
            </a:r>
            <a:r>
              <a:rPr lang="en-US" sz="2118" spc="-84" dirty="0">
                <a:solidFill>
                  <a:prstClr val="black"/>
                </a:solidFill>
                <a:cs typeface="Calibri"/>
              </a:rPr>
              <a:t> </a:t>
            </a:r>
            <a:r>
              <a:rPr lang="en-US" sz="2118" dirty="0">
                <a:solidFill>
                  <a:prstClr val="black"/>
                </a:solidFill>
                <a:cs typeface="Calibri"/>
              </a:rPr>
              <a:t>in  </a:t>
            </a:r>
            <a:r>
              <a:rPr lang="en-US" sz="2118" spc="-4" dirty="0">
                <a:solidFill>
                  <a:prstClr val="black"/>
                </a:solidFill>
                <a:cs typeface="Calibri"/>
              </a:rPr>
              <a:t>the </a:t>
            </a:r>
            <a:r>
              <a:rPr lang="en-US" sz="2118" spc="-13" dirty="0">
                <a:solidFill>
                  <a:prstClr val="black"/>
                </a:solidFill>
                <a:cs typeface="Calibri"/>
              </a:rPr>
              <a:t>first </a:t>
            </a:r>
            <a:r>
              <a:rPr lang="en-US" sz="2118" dirty="0">
                <a:solidFill>
                  <a:prstClr val="black"/>
                </a:solidFill>
                <a:cs typeface="Calibri"/>
              </a:rPr>
              <a:t>place?</a:t>
            </a:r>
          </a:p>
          <a:p>
            <a:endParaRPr lang="en-IN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3883" spc="-22" dirty="0"/>
              <a:t>Typical </a:t>
            </a:r>
            <a:r>
              <a:rPr sz="3883" spc="-9" dirty="0"/>
              <a:t>Problem</a:t>
            </a:r>
            <a:r>
              <a:rPr sz="3883" spc="-66" dirty="0"/>
              <a:t> </a:t>
            </a:r>
            <a:r>
              <a:rPr sz="3883" spc="-22" dirty="0"/>
              <a:t>Statement</a:t>
            </a:r>
            <a:endParaRPr sz="3883"/>
          </a:p>
        </p:txBody>
      </p:sp>
      <p:sp>
        <p:nvSpPr>
          <p:cNvPr id="4" name="object 4"/>
          <p:cNvSpPr/>
          <p:nvPr/>
        </p:nvSpPr>
        <p:spPr>
          <a:xfrm>
            <a:off x="845091" y="4724400"/>
            <a:ext cx="6927924" cy="152758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588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242384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bject 12"/>
          <p:cNvSpPr/>
          <p:nvPr/>
        </p:nvSpPr>
        <p:spPr>
          <a:xfrm>
            <a:off x="4038600" y="1667448"/>
            <a:ext cx="3866029" cy="215825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588">
              <a:solidFill>
                <a:prstClr val="black"/>
              </a:solidFill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681753" y="1489470"/>
            <a:ext cx="1269626" cy="255678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588" dirty="0">
                <a:solidFill>
                  <a:prstClr val="black"/>
                </a:solidFill>
                <a:latin typeface="Comic Sans MS"/>
                <a:cs typeface="Comic Sans MS"/>
              </a:rPr>
              <a:t>Training</a:t>
            </a:r>
            <a:r>
              <a:rPr sz="1588" spc="-101" dirty="0">
                <a:solidFill>
                  <a:prstClr val="black"/>
                </a:solidFill>
                <a:latin typeface="Comic Sans MS"/>
                <a:cs typeface="Comic Sans MS"/>
              </a:rPr>
              <a:t> </a:t>
            </a:r>
            <a:r>
              <a:rPr sz="1588" spc="-4" dirty="0">
                <a:solidFill>
                  <a:prstClr val="black"/>
                </a:solidFill>
                <a:latin typeface="Comic Sans MS"/>
                <a:cs typeface="Comic Sans MS"/>
              </a:rPr>
              <a:t>data</a:t>
            </a:r>
            <a:endParaRPr sz="1588" dirty="0">
              <a:solidFill>
                <a:prstClr val="black"/>
              </a:solidFill>
              <a:latin typeface="Comic Sans MS"/>
              <a:cs typeface="Comic Sans MS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267201" y="4117057"/>
            <a:ext cx="1868550" cy="500039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 marR="4483">
              <a:spcBef>
                <a:spcPts val="88"/>
              </a:spcBef>
            </a:pPr>
            <a:r>
              <a:rPr sz="1588" dirty="0">
                <a:solidFill>
                  <a:prstClr val="black"/>
                </a:solidFill>
                <a:cs typeface="Calibri"/>
              </a:rPr>
              <a:t>Input: </a:t>
            </a:r>
            <a:r>
              <a:rPr sz="1588" spc="-9" dirty="0">
                <a:solidFill>
                  <a:prstClr val="black"/>
                </a:solidFill>
                <a:cs typeface="Calibri"/>
              </a:rPr>
              <a:t>vector</a:t>
            </a:r>
            <a:r>
              <a:rPr sz="1588" spc="-71" dirty="0">
                <a:solidFill>
                  <a:prstClr val="black"/>
                </a:solidFill>
                <a:cs typeface="Calibri"/>
              </a:rPr>
              <a:t> </a:t>
            </a:r>
            <a:r>
              <a:rPr sz="1588" dirty="0">
                <a:solidFill>
                  <a:prstClr val="black"/>
                </a:solidFill>
                <a:cs typeface="Calibri"/>
              </a:rPr>
              <a:t>of  </a:t>
            </a:r>
            <a:r>
              <a:rPr sz="1588" spc="-13" dirty="0">
                <a:solidFill>
                  <a:prstClr val="black"/>
                </a:solidFill>
                <a:cs typeface="Calibri"/>
              </a:rPr>
              <a:t>pixel</a:t>
            </a:r>
            <a:r>
              <a:rPr sz="1588" spc="-4" dirty="0">
                <a:solidFill>
                  <a:prstClr val="black"/>
                </a:solidFill>
                <a:cs typeface="Calibri"/>
              </a:rPr>
              <a:t> </a:t>
            </a:r>
            <a:r>
              <a:rPr sz="1588" spc="-9" dirty="0">
                <a:solidFill>
                  <a:prstClr val="black"/>
                </a:solidFill>
                <a:cs typeface="Calibri"/>
              </a:rPr>
              <a:t>values</a:t>
            </a:r>
            <a:endParaRPr sz="1588" dirty="0">
              <a:solidFill>
                <a:prstClr val="black"/>
              </a:solidFill>
              <a:cs typeface="Calibr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6833691" y="3810460"/>
            <a:ext cx="1642002" cy="255678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588" spc="-4" dirty="0">
                <a:solidFill>
                  <a:prstClr val="black"/>
                </a:solidFill>
                <a:cs typeface="Calibri"/>
              </a:rPr>
              <a:t>Output:</a:t>
            </a:r>
            <a:r>
              <a:rPr sz="1588" spc="-40" dirty="0">
                <a:solidFill>
                  <a:prstClr val="black"/>
                </a:solidFill>
                <a:cs typeface="Calibri"/>
              </a:rPr>
              <a:t> </a:t>
            </a:r>
            <a:r>
              <a:rPr sz="1588" spc="-4" dirty="0">
                <a:solidFill>
                  <a:prstClr val="black"/>
                </a:solidFill>
                <a:cs typeface="Calibri"/>
              </a:rPr>
              <a:t>sigmoid</a:t>
            </a:r>
            <a:endParaRPr sz="1588" dirty="0">
              <a:solidFill>
                <a:prstClr val="black"/>
              </a:solidFill>
              <a:cs typeface="Calibri"/>
            </a:endParaRPr>
          </a:p>
        </p:txBody>
      </p:sp>
      <p:pic>
        <p:nvPicPr>
          <p:cNvPr id="20" name="Picture 1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4611" y="2087210"/>
            <a:ext cx="2914650" cy="2352675"/>
          </a:xfrm>
          <a:prstGeom prst="rect">
            <a:avLst/>
          </a:prstGeom>
        </p:spPr>
      </p:pic>
      <p:sp>
        <p:nvSpPr>
          <p:cNvPr id="21" name="Title 2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pc="-22" dirty="0"/>
              <a:t>Typical </a:t>
            </a:r>
            <a:r>
              <a:rPr lang="en-IN" spc="-13" dirty="0"/>
              <a:t>Problem</a:t>
            </a:r>
            <a:r>
              <a:rPr lang="en-IN" spc="-22" dirty="0"/>
              <a:t> statement : </a:t>
            </a:r>
            <a:r>
              <a:rPr lang="en-IN" b="1" spc="-4" dirty="0">
                <a:solidFill>
                  <a:srgbClr val="0000CC"/>
                </a:solidFill>
                <a:cs typeface="Calibri"/>
              </a:rPr>
              <a:t>binary classification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6761704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0"/>
          </p:nvPr>
        </p:nvPicPr>
        <p:blipFill>
          <a:blip r:embed="rId2"/>
          <a:stretch>
            <a:fillRect/>
          </a:stretch>
        </p:blipFill>
        <p:spPr>
          <a:xfrm>
            <a:off x="685800" y="1905000"/>
            <a:ext cx="3038475" cy="2495550"/>
          </a:xfrm>
          <a:prstGeom prst="rect">
            <a:avLst/>
          </a:prstGeom>
        </p:spPr>
      </p:pic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pc="-22" dirty="0"/>
              <a:t>Typical </a:t>
            </a:r>
            <a:r>
              <a:rPr lang="en-IN" spc="-13" dirty="0"/>
              <a:t>Problem</a:t>
            </a:r>
            <a:r>
              <a:rPr lang="en-IN" spc="-22" dirty="0"/>
              <a:t> statement:  </a:t>
            </a:r>
            <a:r>
              <a:rPr lang="en-IN" b="1" spc="-4" dirty="0">
                <a:solidFill>
                  <a:srgbClr val="0000CC"/>
                </a:solidFill>
                <a:cs typeface="Calibri"/>
              </a:rPr>
              <a:t>Multiclass classification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8200" y="2133600"/>
            <a:ext cx="3517747" cy="24803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521966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The choice of initialization is crucial for maintaining numerical stability.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The choices of initialization can be tied up in interesting ways with the choice of the nonlinear activation function.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Which function we choose and how we initialize parameters can determine how quickly our optimization algorithm converges.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Poor choices can cause to encounter exploding or vanishing gradients</a:t>
            </a:r>
            <a:r>
              <a:rPr lang="en-IN" dirty="0"/>
              <a:t>while training.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Initializing neural networks</a:t>
            </a:r>
          </a:p>
        </p:txBody>
      </p:sp>
    </p:spTree>
    <p:extLst>
      <p:ext uri="{BB962C8B-B14F-4D97-AF65-F5344CB8AC3E}">
        <p14:creationId xmlns:p14="http://schemas.microsoft.com/office/powerpoint/2010/main" val="238609909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0"/>
          </p:nvPr>
        </p:nvSpPr>
        <p:spPr>
          <a:xfrm>
            <a:off x="3752" y="1447800"/>
            <a:ext cx="8987847" cy="4525963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Zero initialization for weights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/>
              <a:t>All the neurons learn the same features during training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/>
              <a:t>hidden units will have identical influence on the cost,  which will lead to identical gradients. 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Initializing neural networks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3429000"/>
            <a:ext cx="3485848" cy="167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019968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 descr="9 layer"/>
          <p:cNvPicPr>
            <a:picLocks noGrp="1" noChangeAspect="1" noChangeArrowheads="1"/>
          </p:cNvPicPr>
          <p:nvPr>
            <p:ph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372264"/>
            <a:ext cx="8610600" cy="10073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439" y="2652405"/>
            <a:ext cx="6841972" cy="102288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3424" y="2447298"/>
            <a:ext cx="910057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Consider linear activation for the above NN, weights are all matrices of size (2,2)</a:t>
            </a:r>
            <a:endParaRPr lang="en-IN" sz="2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22441" y="4641675"/>
            <a:ext cx="4168559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0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V</a:t>
            </a:r>
            <a:r>
              <a:rPr lang="en-US" sz="2000" b="0" i="0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alues of 𝑎</a:t>
            </a:r>
            <a:r>
              <a:rPr lang="en-US" sz="2000" b="0" i="0" baseline="30000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[𝑙]</a:t>
            </a:r>
            <a:r>
              <a:rPr lang="en-US" sz="2000" b="0" i="0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 increase exponentially with 𝑙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0" i="0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Gradients explodes due to large activations leads to the </a:t>
            </a:r>
            <a:r>
              <a:rPr lang="en-US" sz="2000" b="1" i="0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exploding gradient problem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0" i="0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Cost oscillates around its min.</a:t>
            </a:r>
            <a:endParaRPr lang="en-IN" sz="2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5527" y="3880398"/>
            <a:ext cx="1093094" cy="728729"/>
          </a:xfrm>
          <a:prstGeom prst="rect">
            <a:avLst/>
          </a:prstGeom>
          <a:ln>
            <a:solidFill>
              <a:srgbClr val="C00000"/>
            </a:solidFill>
          </a:ln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81225" y="3797555"/>
            <a:ext cx="1078399" cy="703304"/>
          </a:xfrm>
          <a:prstGeom prst="rect">
            <a:avLst/>
          </a:prstGeom>
          <a:ln>
            <a:solidFill>
              <a:srgbClr val="C00000"/>
            </a:solidFill>
          </a:ln>
        </p:spPr>
      </p:pic>
      <p:sp>
        <p:nvSpPr>
          <p:cNvPr id="11" name="Rectangle 10"/>
          <p:cNvSpPr/>
          <p:nvPr/>
        </p:nvSpPr>
        <p:spPr>
          <a:xfrm>
            <a:off x="4876800" y="4551190"/>
            <a:ext cx="4243315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0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values of  𝑎[𝑙] decrease exponentially with 𝑙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0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Gradients vanishes due to small activations leads to the </a:t>
            </a:r>
            <a:r>
              <a:rPr lang="en-US" sz="2000" b="1" dirty="0">
                <a:solidFill>
                  <a:srgbClr val="00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vanishing gradient problem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0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Fails to converge</a:t>
            </a:r>
            <a:endParaRPr lang="en-IN" sz="2000" dirty="0">
              <a:solidFill>
                <a:srgbClr val="000000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228600" y="3428223"/>
            <a:ext cx="286488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u="sng" dirty="0">
                <a:latin typeface="Cambria" panose="02040503050406030204" pitchFamily="18" charset="0"/>
                <a:ea typeface="Cambria" panose="02040503050406030204" pitchFamily="18" charset="0"/>
              </a:rPr>
              <a:t>A too-large initialization </a:t>
            </a:r>
            <a:endParaRPr lang="en-IN" u="sng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5087981" y="3369416"/>
            <a:ext cx="290335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u="sng" dirty="0">
                <a:latin typeface="Cambria" panose="02040503050406030204" pitchFamily="18" charset="0"/>
                <a:ea typeface="Cambria" panose="02040503050406030204" pitchFamily="18" charset="0"/>
              </a:rPr>
              <a:t>A too-small initialization </a:t>
            </a:r>
            <a:endParaRPr lang="en-IN" b="1" u="sng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5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Initializing neural networks</a:t>
            </a:r>
          </a:p>
        </p:txBody>
      </p:sp>
    </p:spTree>
    <p:extLst>
      <p:ext uri="{BB962C8B-B14F-4D97-AF65-F5344CB8AC3E}">
        <p14:creationId xmlns:p14="http://schemas.microsoft.com/office/powerpoint/2010/main" val="218639442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Samples weights from a Gaussian distribution with zero mean and variance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 err="1"/>
              <a:t>n</a:t>
            </a:r>
            <a:r>
              <a:rPr lang="en-US" baseline="-25000" dirty="0" err="1"/>
              <a:t>i</a:t>
            </a:r>
            <a:r>
              <a:rPr lang="en-US" baseline="-25000" dirty="0"/>
              <a:t> </a:t>
            </a:r>
            <a:r>
              <a:rPr lang="en-US" dirty="0"/>
              <a:t>= size of </a:t>
            </a:r>
            <a:r>
              <a:rPr lang="en-US" dirty="0" err="1"/>
              <a:t>i</a:t>
            </a:r>
            <a:r>
              <a:rPr lang="en-US" baseline="30000" dirty="0" err="1"/>
              <a:t>th</a:t>
            </a:r>
            <a:r>
              <a:rPr lang="en-US" dirty="0"/>
              <a:t> layer</a:t>
            </a:r>
            <a:endParaRPr lang="en-IN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dirty="0"/>
              <a:t>Now-standard and practically beneficial</a:t>
            </a:r>
          </a:p>
          <a:p>
            <a:endParaRPr lang="en-IN" dirty="0"/>
          </a:p>
        </p:txBody>
      </p:sp>
      <p:sp>
        <p:nvSpPr>
          <p:cNvPr id="4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Xavier Initialization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4048" y="2667000"/>
            <a:ext cx="3277280" cy="911433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18197" y="6626634"/>
            <a:ext cx="4572000" cy="215444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IN" sz="800" dirty="0"/>
              <a:t>https://proceedings.mlr.press/v9/glorot10a/glorot10a.pdf?hc_location=ufi</a:t>
            </a:r>
          </a:p>
        </p:txBody>
      </p:sp>
    </p:spTree>
    <p:extLst>
      <p:ext uri="{BB962C8B-B14F-4D97-AF65-F5344CB8AC3E}">
        <p14:creationId xmlns:p14="http://schemas.microsoft.com/office/powerpoint/2010/main" val="256328675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0"/>
          </p:nvPr>
        </p:nvSpPr>
        <p:spPr>
          <a:xfrm>
            <a:off x="228600" y="1524000"/>
            <a:ext cx="8610600" cy="4525963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Ref TB- Dive into Deep Learning chapter 5</a:t>
            </a:r>
            <a:endParaRPr lang="en-IN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0932086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233796" y="3197733"/>
            <a:ext cx="3371850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b="0" dirty="0">
                <a:latin typeface="Calibri"/>
                <a:cs typeface="Calibri"/>
              </a:rPr>
              <a:t>Thank</a:t>
            </a:r>
            <a:r>
              <a:rPr sz="4400" b="0" spc="-100" dirty="0">
                <a:latin typeface="Calibri"/>
                <a:cs typeface="Calibri"/>
              </a:rPr>
              <a:t> </a:t>
            </a:r>
            <a:r>
              <a:rPr sz="4400" b="0" spc="-85" dirty="0">
                <a:latin typeface="Calibri"/>
                <a:cs typeface="Calibri"/>
              </a:rPr>
              <a:t>You</a:t>
            </a:r>
            <a:r>
              <a:rPr sz="4400" b="0" spc="-100" dirty="0">
                <a:latin typeface="Calibri"/>
                <a:cs typeface="Calibri"/>
              </a:rPr>
              <a:t> </a:t>
            </a:r>
            <a:r>
              <a:rPr sz="4400" b="0" dirty="0">
                <a:latin typeface="Calibri"/>
                <a:cs typeface="Calibri"/>
              </a:rPr>
              <a:t>All</a:t>
            </a:r>
            <a:r>
              <a:rPr sz="4400" b="0" spc="-90" dirty="0">
                <a:latin typeface="Calibri"/>
                <a:cs typeface="Calibri"/>
              </a:rPr>
              <a:t> </a:t>
            </a:r>
            <a:r>
              <a:rPr sz="4400" b="0" spc="-50" dirty="0">
                <a:latin typeface="Calibri"/>
                <a:cs typeface="Calibri"/>
              </a:rPr>
              <a:t>!</a:t>
            </a:r>
            <a:endParaRPr sz="4400">
              <a:latin typeface="Calibri"/>
              <a:cs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b="1" dirty="0">
                <a:latin typeface="Arial"/>
                <a:cs typeface="Arial"/>
              </a:rPr>
              <a:t>BITS</a:t>
            </a:r>
            <a:r>
              <a:rPr b="1" spc="-55" dirty="0">
                <a:latin typeface="Arial"/>
                <a:cs typeface="Arial"/>
              </a:rPr>
              <a:t> </a:t>
            </a:r>
            <a:r>
              <a:rPr dirty="0"/>
              <a:t>Pilani,</a:t>
            </a:r>
            <a:r>
              <a:rPr spc="-35" dirty="0"/>
              <a:t> </a:t>
            </a:r>
            <a:r>
              <a:rPr dirty="0"/>
              <a:t>Pilani</a:t>
            </a:r>
            <a:r>
              <a:rPr spc="-30" dirty="0"/>
              <a:t> </a:t>
            </a:r>
            <a:r>
              <a:rPr spc="-10" dirty="0"/>
              <a:t>Campus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6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6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6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6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6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6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2083</Words>
  <Application>Microsoft Office PowerPoint</Application>
  <PresentationFormat>On-screen Show (4:3)</PresentationFormat>
  <Paragraphs>297</Paragraphs>
  <Slides>41</Slides>
  <Notes>10</Notes>
  <HiddenSlides>0</HiddenSlides>
  <MMClips>0</MMClips>
  <ScaleCrop>false</ScaleCrop>
  <HeadingPairs>
    <vt:vector size="8" baseType="variant">
      <vt:variant>
        <vt:lpstr>Fonts Used</vt:lpstr>
      </vt:variant>
      <vt:variant>
        <vt:i4>10</vt:i4>
      </vt:variant>
      <vt:variant>
        <vt:lpstr>Theme</vt:lpstr>
      </vt:variant>
      <vt:variant>
        <vt:i4>2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54" baseType="lpstr">
      <vt:lpstr>Arial</vt:lpstr>
      <vt:lpstr>Arial MT</vt:lpstr>
      <vt:lpstr>Calibri</vt:lpstr>
      <vt:lpstr>Cambria</vt:lpstr>
      <vt:lpstr>Cambria Math</vt:lpstr>
      <vt:lpstr>Comic Sans MS</vt:lpstr>
      <vt:lpstr>Tahoma</vt:lpstr>
      <vt:lpstr>times</vt:lpstr>
      <vt:lpstr>Times New Roman</vt:lpstr>
      <vt:lpstr>Wingdings</vt:lpstr>
      <vt:lpstr>Office Theme</vt:lpstr>
      <vt:lpstr>1_Office Theme</vt:lpstr>
      <vt:lpstr>方程式</vt:lpstr>
      <vt:lpstr> Deep Neural Network</vt:lpstr>
      <vt:lpstr>Deep Neural Network</vt:lpstr>
      <vt:lpstr>PowerPoint Presentation</vt:lpstr>
      <vt:lpstr>Nonlinearity in MLP</vt:lpstr>
      <vt:lpstr>Activation function</vt:lpstr>
      <vt:lpstr>1. Step Function</vt:lpstr>
      <vt:lpstr>Differentiable activation functions</vt:lpstr>
      <vt:lpstr>2. Linear activation function</vt:lpstr>
      <vt:lpstr>3. Sigmoid function</vt:lpstr>
      <vt:lpstr>3. Sigmoid function</vt:lpstr>
      <vt:lpstr>Drawbacks of Sigmoid</vt:lpstr>
      <vt:lpstr>Neuron Saturation problem</vt:lpstr>
      <vt:lpstr>Vanishing gradient problem</vt:lpstr>
      <vt:lpstr>Nonzero-centered outputs </vt:lpstr>
      <vt:lpstr>Nonzero-centered outputs </vt:lpstr>
      <vt:lpstr>4.Hyperbolic Tangent (tanh) Function</vt:lpstr>
      <vt:lpstr>5. Relu (rectified linear unit) Function</vt:lpstr>
      <vt:lpstr>5. Relu</vt:lpstr>
      <vt:lpstr>Dying Relu</vt:lpstr>
      <vt:lpstr>Dying Relu</vt:lpstr>
      <vt:lpstr>Leaky ReLU </vt:lpstr>
      <vt:lpstr>Activation Functions: Summary</vt:lpstr>
      <vt:lpstr>Activation Functions: Summary</vt:lpstr>
      <vt:lpstr>Representing the input</vt:lpstr>
      <vt:lpstr>Representing the output</vt:lpstr>
      <vt:lpstr>Representing the output : binary class</vt:lpstr>
      <vt:lpstr>Multi-class output: One-hot  representations</vt:lpstr>
      <vt:lpstr>Multi-class networks</vt:lpstr>
      <vt:lpstr>A sigmoid Layer</vt:lpstr>
      <vt:lpstr>Softmax Layer</vt:lpstr>
      <vt:lpstr>Multiclass classification example</vt:lpstr>
      <vt:lpstr>Multi-class cross entropy loss </vt:lpstr>
      <vt:lpstr>Typical Problem Statement</vt:lpstr>
      <vt:lpstr>Typical Problem statement : binary classification </vt:lpstr>
      <vt:lpstr>Typical Problem statement:  Multiclass classification</vt:lpstr>
      <vt:lpstr>Initializing neural networks</vt:lpstr>
      <vt:lpstr>Initializing neural networks</vt:lpstr>
      <vt:lpstr>Initializing neural networks</vt:lpstr>
      <vt:lpstr>Xavier Initialization</vt:lpstr>
      <vt:lpstr>References</vt:lpstr>
      <vt:lpstr>Thank You All 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2024-05-10T15:02:08Z</dcterms:created>
  <dcterms:modified xsi:type="dcterms:W3CDTF">2024-12-26T15:29:53Z</dcterms:modified>
</cp:coreProperties>
</file>