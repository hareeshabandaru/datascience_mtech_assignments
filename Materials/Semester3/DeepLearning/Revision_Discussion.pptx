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3" name="Shape 443"/>
        <p:cNvGrpSpPr/>
        <p:nvPr/>
      </p:nvGrpSpPr>
      <p:grpSpPr>
        <a:xfrm>
          <a:off x="0" y="0"/>
          <a:ext cx="0" cy="0"/>
          <a:chOff x="0" y="0"/>
          <a:chExt cx="0" cy="0"/>
        </a:xfrm>
      </p:grpSpPr>
      <p:sp>
        <p:nvSpPr>
          <p:cNvPr id="444" name="Google Shape;444;n"/>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5" name="Google Shape;445;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2" name="Google Shape;622;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ection Header">
  <p:cSld name="2_Section Header">
    <p:spTree>
      <p:nvGrpSpPr>
        <p:cNvPr id="450" name="Shape 450"/>
        <p:cNvGrpSpPr/>
        <p:nvPr/>
      </p:nvGrpSpPr>
      <p:grpSpPr>
        <a:xfrm>
          <a:off x="0" y="0"/>
          <a:ext cx="0" cy="0"/>
          <a:chOff x="0" y="0"/>
          <a:chExt cx="0" cy="0"/>
        </a:xfrm>
      </p:grpSpPr>
      <p:pic>
        <p:nvPicPr>
          <p:cNvPr descr="\\Server\D\jyoti\FI023_BITS_v1\styleguide img\IMG_5627_b.jpg" id="451" name="Google Shape;451;p2"/>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452" name="Google Shape;452;p2"/>
          <p:cNvSpPr/>
          <p:nvPr/>
        </p:nvSpPr>
        <p:spPr>
          <a:xfrm>
            <a:off x="0" y="3211116"/>
            <a:ext cx="9144000" cy="1932300"/>
          </a:xfrm>
          <a:prstGeom prst="rect">
            <a:avLst/>
          </a:prstGeom>
          <a:solidFill>
            <a:schemeClr val="lt1"/>
          </a:solidFill>
          <a:ln cap="flat" cmpd="sng" w="9525">
            <a:solidFill>
              <a:srgbClr val="3B7FF2"/>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50" u="none" cap="none" strike="noStrike">
              <a:solidFill>
                <a:schemeClr val="lt1"/>
              </a:solidFill>
              <a:latin typeface="Arial"/>
              <a:ea typeface="Arial"/>
              <a:cs typeface="Arial"/>
              <a:sym typeface="Arial"/>
            </a:endParaRPr>
          </a:p>
        </p:txBody>
      </p:sp>
      <p:pic>
        <p:nvPicPr>
          <p:cNvPr descr="Picture 7.png" id="453" name="Google Shape;453;p2"/>
          <p:cNvPicPr preferRelativeResize="0"/>
          <p:nvPr/>
        </p:nvPicPr>
        <p:blipFill rotWithShape="1">
          <a:blip r:embed="rId3">
            <a:alphaModFix/>
          </a:blip>
          <a:srcRect b="5338" l="1922" r="0" t="0"/>
          <a:stretch/>
        </p:blipFill>
        <p:spPr>
          <a:xfrm>
            <a:off x="6629401" y="0"/>
            <a:ext cx="2193925" cy="519113"/>
          </a:xfrm>
          <a:prstGeom prst="rect">
            <a:avLst/>
          </a:prstGeom>
          <a:noFill/>
          <a:ln>
            <a:noFill/>
          </a:ln>
        </p:spPr>
      </p:pic>
      <p:sp>
        <p:nvSpPr>
          <p:cNvPr id="454" name="Google Shape;454;p2"/>
          <p:cNvSpPr/>
          <p:nvPr/>
        </p:nvSpPr>
        <p:spPr>
          <a:xfrm>
            <a:off x="2882900" y="5081588"/>
            <a:ext cx="2895600" cy="57300"/>
          </a:xfrm>
          <a:prstGeom prst="rect">
            <a:avLst/>
          </a:prstGeom>
          <a:solidFill>
            <a:srgbClr val="76C2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50" u="none" cap="none" strike="noStrike">
              <a:solidFill>
                <a:schemeClr val="lt1"/>
              </a:solidFill>
              <a:latin typeface="Arial"/>
              <a:ea typeface="Arial"/>
              <a:cs typeface="Arial"/>
              <a:sym typeface="Arial"/>
            </a:endParaRPr>
          </a:p>
        </p:txBody>
      </p:sp>
      <p:sp>
        <p:nvSpPr>
          <p:cNvPr id="455" name="Google Shape;455;p2"/>
          <p:cNvSpPr/>
          <p:nvPr/>
        </p:nvSpPr>
        <p:spPr>
          <a:xfrm>
            <a:off x="-12700" y="5081588"/>
            <a:ext cx="2895600" cy="57300"/>
          </a:xfrm>
          <a:prstGeom prst="rect">
            <a:avLst/>
          </a:prstGeom>
          <a:solidFill>
            <a:srgbClr val="FCB01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50" u="none" cap="none" strike="noStrike">
              <a:solidFill>
                <a:schemeClr val="lt1"/>
              </a:solidFill>
              <a:latin typeface="Arial"/>
              <a:ea typeface="Arial"/>
              <a:cs typeface="Arial"/>
              <a:sym typeface="Arial"/>
            </a:endParaRPr>
          </a:p>
        </p:txBody>
      </p:sp>
      <p:sp>
        <p:nvSpPr>
          <p:cNvPr id="456" name="Google Shape;456;p2"/>
          <p:cNvSpPr/>
          <p:nvPr/>
        </p:nvSpPr>
        <p:spPr>
          <a:xfrm>
            <a:off x="5778500" y="5081588"/>
            <a:ext cx="2895600" cy="573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50" u="none" cap="none" strike="noStrike">
              <a:solidFill>
                <a:schemeClr val="lt1"/>
              </a:solidFill>
              <a:latin typeface="Arial"/>
              <a:ea typeface="Arial"/>
              <a:cs typeface="Arial"/>
              <a:sym typeface="Arial"/>
            </a:endParaRPr>
          </a:p>
        </p:txBody>
      </p:sp>
      <p:sp>
        <p:nvSpPr>
          <p:cNvPr id="457" name="Google Shape;457;p2"/>
          <p:cNvSpPr txBox="1"/>
          <p:nvPr/>
        </p:nvSpPr>
        <p:spPr>
          <a:xfrm>
            <a:off x="6858000" y="571500"/>
            <a:ext cx="2209800" cy="42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2175" u="none" cap="none" strike="noStrike">
                <a:solidFill>
                  <a:schemeClr val="lt1"/>
                </a:solidFill>
                <a:latin typeface="Arial"/>
                <a:ea typeface="Arial"/>
                <a:cs typeface="Arial"/>
                <a:sym typeface="Arial"/>
              </a:rPr>
              <a:t>BITS</a:t>
            </a:r>
            <a:r>
              <a:rPr b="0" i="0" lang="en-US" sz="2175" u="none" cap="none" strike="noStrike">
                <a:solidFill>
                  <a:schemeClr val="lt1"/>
                </a:solidFill>
                <a:latin typeface="Arial"/>
                <a:ea typeface="Arial"/>
                <a:cs typeface="Arial"/>
                <a:sym typeface="Arial"/>
              </a:rPr>
              <a:t> Pilani</a:t>
            </a:r>
            <a:endParaRPr/>
          </a:p>
        </p:txBody>
      </p:sp>
      <p:sp>
        <p:nvSpPr>
          <p:cNvPr id="458" name="Google Shape;458;p2"/>
          <p:cNvSpPr txBox="1"/>
          <p:nvPr/>
        </p:nvSpPr>
        <p:spPr>
          <a:xfrm>
            <a:off x="7086600" y="878682"/>
            <a:ext cx="19050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900" u="none" cap="none" strike="noStrike">
                <a:solidFill>
                  <a:srgbClr val="FFFFFF"/>
                </a:solidFill>
                <a:latin typeface="Arial"/>
                <a:ea typeface="Arial"/>
                <a:cs typeface="Arial"/>
                <a:sym typeface="Arial"/>
              </a:rPr>
              <a:t>Pilani Campus</a:t>
            </a:r>
            <a:endParaRPr/>
          </a:p>
        </p:txBody>
      </p:sp>
      <p:sp>
        <p:nvSpPr>
          <p:cNvPr id="459" name="Google Shape;459;p2"/>
          <p:cNvSpPr txBox="1"/>
          <p:nvPr>
            <p:ph idx="1" type="body"/>
          </p:nvPr>
        </p:nvSpPr>
        <p:spPr>
          <a:xfrm>
            <a:off x="304800" y="3486150"/>
            <a:ext cx="8458200" cy="1200300"/>
          </a:xfrm>
          <a:prstGeom prst="rect">
            <a:avLst/>
          </a:prstGeom>
          <a:noFill/>
          <a:ln>
            <a:noFill/>
          </a:ln>
        </p:spPr>
        <p:txBody>
          <a:bodyPr anchorCtr="0" anchor="t" bIns="91425" lIns="91425" spcFirstLastPara="1" rIns="91425" wrap="square" tIns="91425">
            <a:noAutofit/>
          </a:bodyPr>
          <a:lstStyle>
            <a:lvl1pPr indent="-228600" lvl="0" marL="457200" rtl="0" algn="l">
              <a:lnSpc>
                <a:spcPct val="105000"/>
              </a:lnSpc>
              <a:spcBef>
                <a:spcPts val="0"/>
              </a:spcBef>
              <a:spcAft>
                <a:spcPts val="0"/>
              </a:spcAft>
              <a:buSzPts val="1800"/>
              <a:buNone/>
              <a:defRPr b="1" sz="3000">
                <a:latin typeface="Arial"/>
                <a:ea typeface="Arial"/>
                <a:cs typeface="Arial"/>
                <a:sym typeface="Arial"/>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8_Title and Content">
  <p:cSld name="128_Title and Content">
    <p:spTree>
      <p:nvGrpSpPr>
        <p:cNvPr id="460" name="Shape 460"/>
        <p:cNvGrpSpPr/>
        <p:nvPr/>
      </p:nvGrpSpPr>
      <p:grpSpPr>
        <a:xfrm>
          <a:off x="0" y="0"/>
          <a:ext cx="0" cy="0"/>
          <a:chOff x="0" y="0"/>
          <a:chExt cx="0" cy="0"/>
        </a:xfrm>
      </p:grpSpPr>
      <p:sp>
        <p:nvSpPr>
          <p:cNvPr id="461" name="Google Shape;461;p3"/>
          <p:cNvSpPr txBox="1"/>
          <p:nvPr>
            <p:ph idx="11" type="ftr"/>
          </p:nvPr>
        </p:nvSpPr>
        <p:spPr>
          <a:xfrm>
            <a:off x="7358634" y="4979802"/>
            <a:ext cx="1706100" cy="1368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SzPts val="1400"/>
              <a:buNone/>
              <a:defRPr b="0" i="0" sz="825" u="none" cap="none" strike="noStrike">
                <a:solidFill>
                  <a:srgbClr val="0F1141"/>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462" name="Google Shape;462;p3"/>
          <p:cNvSpPr txBox="1"/>
          <p:nvPr>
            <p:ph idx="1" type="body"/>
          </p:nvPr>
        </p:nvSpPr>
        <p:spPr>
          <a:xfrm>
            <a:off x="228600" y="1158918"/>
            <a:ext cx="8610600" cy="33945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sz="1800">
                <a:latin typeface="Cambria"/>
                <a:ea typeface="Cambria"/>
                <a:cs typeface="Cambria"/>
                <a:sym typeface="Cambria"/>
              </a:defRPr>
            </a:lvl1pPr>
            <a:lvl2pPr indent="-317500" lvl="1" marL="914400" rtl="0" algn="l">
              <a:lnSpc>
                <a:spcPct val="115000"/>
              </a:lnSpc>
              <a:spcBef>
                <a:spcPts val="0"/>
              </a:spcBef>
              <a:spcAft>
                <a:spcPts val="0"/>
              </a:spcAft>
              <a:buSzPts val="1400"/>
              <a:buChar char="○"/>
              <a:defRPr sz="1800">
                <a:latin typeface="Cambria"/>
                <a:ea typeface="Cambria"/>
                <a:cs typeface="Cambria"/>
                <a:sym typeface="Cambria"/>
              </a:defRPr>
            </a:lvl2pPr>
            <a:lvl3pPr indent="-317500" lvl="2" marL="1371600" rtl="0" algn="l">
              <a:lnSpc>
                <a:spcPct val="115000"/>
              </a:lnSpc>
              <a:spcBef>
                <a:spcPts val="0"/>
              </a:spcBef>
              <a:spcAft>
                <a:spcPts val="0"/>
              </a:spcAft>
              <a:buSzPts val="1400"/>
              <a:buChar char="■"/>
              <a:defRPr sz="1800">
                <a:latin typeface="Cambria"/>
                <a:ea typeface="Cambria"/>
                <a:cs typeface="Cambria"/>
                <a:sym typeface="Cambria"/>
              </a:defRPr>
            </a:lvl3pPr>
            <a:lvl4pPr indent="-317500" lvl="3" marL="1828800" rtl="0" algn="l">
              <a:lnSpc>
                <a:spcPct val="115000"/>
              </a:lnSpc>
              <a:spcBef>
                <a:spcPts val="0"/>
              </a:spcBef>
              <a:spcAft>
                <a:spcPts val="0"/>
              </a:spcAft>
              <a:buSzPts val="1400"/>
              <a:buChar char="●"/>
              <a:defRPr sz="1800">
                <a:latin typeface="Cambria"/>
                <a:ea typeface="Cambria"/>
                <a:cs typeface="Cambria"/>
                <a:sym typeface="Cambria"/>
              </a:defRPr>
            </a:lvl4pPr>
            <a:lvl5pPr indent="-317500" lvl="4" marL="2286000" rtl="0" algn="l">
              <a:lnSpc>
                <a:spcPct val="115000"/>
              </a:lnSpc>
              <a:spcBef>
                <a:spcPts val="0"/>
              </a:spcBef>
              <a:spcAft>
                <a:spcPts val="0"/>
              </a:spcAft>
              <a:buSzPts val="1400"/>
              <a:buChar char="○"/>
              <a:defRPr sz="1800">
                <a:latin typeface="Cambria"/>
                <a:ea typeface="Cambria"/>
                <a:cs typeface="Cambria"/>
                <a:sym typeface="Cambria"/>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463" name="Google Shape;463;p3"/>
          <p:cNvSpPr txBox="1"/>
          <p:nvPr>
            <p:ph type="title"/>
          </p:nvPr>
        </p:nvSpPr>
        <p:spPr>
          <a:xfrm>
            <a:off x="228601" y="0"/>
            <a:ext cx="8160900" cy="914400"/>
          </a:xfrm>
          <a:prstGeom prst="rect">
            <a:avLst/>
          </a:prstGeom>
          <a:noFill/>
          <a:ln>
            <a:noFill/>
          </a:ln>
        </p:spPr>
        <p:txBody>
          <a:bodyPr anchorCtr="0" anchor="ctr" bIns="91425" lIns="91425" spcFirstLastPara="1" rIns="91425" wrap="square" tIns="91425">
            <a:normAutofit/>
          </a:bodyPr>
          <a:lstStyle>
            <a:lvl1pPr lvl="0" rtl="0" algn="l">
              <a:lnSpc>
                <a:spcPct val="100000"/>
              </a:lnSpc>
              <a:spcBef>
                <a:spcPts val="0"/>
              </a:spcBef>
              <a:spcAft>
                <a:spcPts val="0"/>
              </a:spcAft>
              <a:buSzPts val="2800"/>
              <a:buNone/>
              <a:defRPr b="0" sz="2700">
                <a:latin typeface="Cambria"/>
                <a:ea typeface="Cambria"/>
                <a:cs typeface="Cambria"/>
                <a:sym typeface="Cambria"/>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64" name="Shape 464"/>
        <p:cNvGrpSpPr/>
        <p:nvPr/>
      </p:nvGrpSpPr>
      <p:grpSpPr>
        <a:xfrm>
          <a:off x="0" y="0"/>
          <a:ext cx="0" cy="0"/>
          <a:chOff x="0" y="0"/>
          <a:chExt cx="0" cy="0"/>
        </a:xfrm>
      </p:grpSpPr>
      <p:sp>
        <p:nvSpPr>
          <p:cNvPr id="465" name="Google Shape;465;p4"/>
          <p:cNvSpPr txBox="1"/>
          <p:nvPr>
            <p:ph type="title"/>
          </p:nvPr>
        </p:nvSpPr>
        <p:spPr>
          <a:xfrm>
            <a:off x="311700" y="142450"/>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2800"/>
              <a:buNone/>
              <a:defRPr>
                <a:solidFill>
                  <a:schemeClr val="lt1"/>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466" name="Google Shape;466;p4"/>
          <p:cNvSpPr txBox="1"/>
          <p:nvPr>
            <p:ph idx="1" type="body"/>
          </p:nvPr>
        </p:nvSpPr>
        <p:spPr>
          <a:xfrm>
            <a:off x="311700" y="715150"/>
            <a:ext cx="8520600" cy="4147800"/>
          </a:xfrm>
          <a:prstGeom prst="rect">
            <a:avLst/>
          </a:prstGeom>
          <a:noFill/>
          <a:ln>
            <a:noFill/>
          </a:ln>
        </p:spPr>
        <p:txBody>
          <a:bodyPr anchorCtr="0" anchor="t" bIns="91425" lIns="91425" spcFirstLastPara="1" rIns="91425" wrap="square" tIns="91425">
            <a:normAutofit/>
          </a:bodyPr>
          <a:lstStyle>
            <a:lvl1pPr indent="-355600" lvl="0" marL="457200" rtl="0" algn="l">
              <a:lnSpc>
                <a:spcPct val="115000"/>
              </a:lnSpc>
              <a:spcBef>
                <a:spcPts val="0"/>
              </a:spcBef>
              <a:spcAft>
                <a:spcPts val="0"/>
              </a:spcAft>
              <a:buClr>
                <a:schemeClr val="dk1"/>
              </a:buClr>
              <a:buSzPts val="2000"/>
              <a:buChar char="●"/>
              <a:defRPr sz="2000">
                <a:solidFill>
                  <a:schemeClr val="dk1"/>
                </a:solidFill>
              </a:defRPr>
            </a:lvl1pPr>
            <a:lvl2pPr indent="-330200" lvl="1" marL="914400" rtl="0" algn="l">
              <a:lnSpc>
                <a:spcPct val="115000"/>
              </a:lnSpc>
              <a:spcBef>
                <a:spcPts val="0"/>
              </a:spcBef>
              <a:spcAft>
                <a:spcPts val="0"/>
              </a:spcAft>
              <a:buClr>
                <a:schemeClr val="dk1"/>
              </a:buClr>
              <a:buSzPts val="1600"/>
              <a:buChar char="○"/>
              <a:defRPr sz="1600">
                <a:solidFill>
                  <a:schemeClr val="dk1"/>
                </a:solidFill>
              </a:defRPr>
            </a:lvl2pPr>
            <a:lvl3pPr indent="-330200" lvl="2" marL="1371600" rtl="0" algn="l">
              <a:lnSpc>
                <a:spcPct val="115000"/>
              </a:lnSpc>
              <a:spcBef>
                <a:spcPts val="0"/>
              </a:spcBef>
              <a:spcAft>
                <a:spcPts val="0"/>
              </a:spcAft>
              <a:buClr>
                <a:schemeClr val="dk1"/>
              </a:buClr>
              <a:buSzPts val="1600"/>
              <a:buChar char="■"/>
              <a:defRPr sz="1600">
                <a:solidFill>
                  <a:schemeClr val="dk1"/>
                </a:solidFill>
              </a:defRPr>
            </a:lvl3pPr>
            <a:lvl4pPr indent="-330200" lvl="3" marL="1828800" rtl="0" algn="l">
              <a:lnSpc>
                <a:spcPct val="115000"/>
              </a:lnSpc>
              <a:spcBef>
                <a:spcPts val="0"/>
              </a:spcBef>
              <a:spcAft>
                <a:spcPts val="0"/>
              </a:spcAft>
              <a:buClr>
                <a:schemeClr val="dk1"/>
              </a:buClr>
              <a:buSzPts val="1600"/>
              <a:buChar char="●"/>
              <a:defRPr sz="1600">
                <a:solidFill>
                  <a:schemeClr val="dk1"/>
                </a:solidFill>
              </a:defRPr>
            </a:lvl4pPr>
            <a:lvl5pPr indent="-330200" lvl="4" marL="2286000" rtl="0" algn="l">
              <a:lnSpc>
                <a:spcPct val="115000"/>
              </a:lnSpc>
              <a:spcBef>
                <a:spcPts val="0"/>
              </a:spcBef>
              <a:spcAft>
                <a:spcPts val="0"/>
              </a:spcAft>
              <a:buClr>
                <a:schemeClr val="dk1"/>
              </a:buClr>
              <a:buSzPts val="1600"/>
              <a:buChar char="○"/>
              <a:defRPr sz="1600">
                <a:solidFill>
                  <a:schemeClr val="dk1"/>
                </a:solidFill>
              </a:defRPr>
            </a:lvl5pPr>
            <a:lvl6pPr indent="-330200" lvl="5" marL="2743200" rtl="0" algn="l">
              <a:lnSpc>
                <a:spcPct val="115000"/>
              </a:lnSpc>
              <a:spcBef>
                <a:spcPts val="0"/>
              </a:spcBef>
              <a:spcAft>
                <a:spcPts val="0"/>
              </a:spcAft>
              <a:buClr>
                <a:schemeClr val="dk1"/>
              </a:buClr>
              <a:buSzPts val="1600"/>
              <a:buChar char="■"/>
              <a:defRPr sz="1600">
                <a:solidFill>
                  <a:schemeClr val="dk1"/>
                </a:solidFill>
              </a:defRPr>
            </a:lvl6pPr>
            <a:lvl7pPr indent="-330200" lvl="6" marL="3200400" rtl="0" algn="l">
              <a:lnSpc>
                <a:spcPct val="115000"/>
              </a:lnSpc>
              <a:spcBef>
                <a:spcPts val="0"/>
              </a:spcBef>
              <a:spcAft>
                <a:spcPts val="0"/>
              </a:spcAft>
              <a:buClr>
                <a:schemeClr val="dk1"/>
              </a:buClr>
              <a:buSzPts val="1600"/>
              <a:buChar char="●"/>
              <a:defRPr sz="1600">
                <a:solidFill>
                  <a:schemeClr val="dk1"/>
                </a:solidFill>
              </a:defRPr>
            </a:lvl7pPr>
            <a:lvl8pPr indent="-330200" lvl="7" marL="3657600" rtl="0" algn="l">
              <a:lnSpc>
                <a:spcPct val="115000"/>
              </a:lnSpc>
              <a:spcBef>
                <a:spcPts val="0"/>
              </a:spcBef>
              <a:spcAft>
                <a:spcPts val="0"/>
              </a:spcAft>
              <a:buClr>
                <a:schemeClr val="dk1"/>
              </a:buClr>
              <a:buSzPts val="1600"/>
              <a:buChar char="○"/>
              <a:defRPr sz="1600">
                <a:solidFill>
                  <a:schemeClr val="dk1"/>
                </a:solidFill>
              </a:defRPr>
            </a:lvl8pPr>
            <a:lvl9pPr indent="-330200" lvl="8" marL="4114800" rtl="0" algn="l">
              <a:lnSpc>
                <a:spcPct val="115000"/>
              </a:lnSpc>
              <a:spcBef>
                <a:spcPts val="0"/>
              </a:spcBef>
              <a:spcAft>
                <a:spcPts val="0"/>
              </a:spcAft>
              <a:buClr>
                <a:schemeClr val="dk1"/>
              </a:buClr>
              <a:buSzPts val="1600"/>
              <a:buChar char="■"/>
              <a:defRPr sz="1600">
                <a:solidFill>
                  <a:schemeClr val="dk1"/>
                </a:solidFill>
              </a:defRPr>
            </a:lvl9pPr>
          </a:lstStyle>
          <a:p/>
        </p:txBody>
      </p:sp>
      <p:sp>
        <p:nvSpPr>
          <p:cNvPr id="467" name="Google Shape;467;p4"/>
          <p:cNvSpPr txBox="1"/>
          <p:nvPr>
            <p:ph idx="12" type="sldNum"/>
          </p:nvPr>
        </p:nvSpPr>
        <p:spPr>
          <a:xfrm>
            <a:off x="8484550" y="4863199"/>
            <a:ext cx="548700" cy="310800"/>
          </a:xfrm>
          <a:prstGeom prst="rect">
            <a:avLst/>
          </a:prstGeom>
          <a:noFill/>
          <a:ln>
            <a:noFill/>
          </a:ln>
        </p:spPr>
        <p:txBody>
          <a:bodyPr anchorCtr="0" anchor="ctr" bIns="91425" lIns="91425" spcFirstLastPara="1" rIns="91425" wrap="square" tIns="91425">
            <a:normAutofit/>
          </a:bodyPr>
          <a:lstStyle>
            <a:lvl1pPr indent="0" lvl="0" marL="0" marR="0" rtl="0" algn="r">
              <a:lnSpc>
                <a:spcPct val="8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8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8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8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8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8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8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8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8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68" name="Shape 468"/>
        <p:cNvGrpSpPr/>
        <p:nvPr/>
      </p:nvGrpSpPr>
      <p:grpSpPr>
        <a:xfrm>
          <a:off x="0" y="0"/>
          <a:ext cx="0" cy="0"/>
          <a:chOff x="0" y="0"/>
          <a:chExt cx="0" cy="0"/>
        </a:xfrm>
      </p:grpSpPr>
      <p:sp>
        <p:nvSpPr>
          <p:cNvPr id="469" name="Google Shape;469;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SzPts val="3600"/>
              <a:buNone/>
              <a:defRPr sz="3600"/>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
        <p:nvSpPr>
          <p:cNvPr id="470" name="Google Shape;470;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71" name="Shape 471"/>
        <p:cNvGrpSpPr/>
        <p:nvPr/>
      </p:nvGrpSpPr>
      <p:grpSpPr>
        <a:xfrm>
          <a:off x="0" y="0"/>
          <a:ext cx="0" cy="0"/>
          <a:chOff x="0" y="0"/>
          <a:chExt cx="0" cy="0"/>
        </a:xfrm>
      </p:grpSpPr>
      <p:sp>
        <p:nvSpPr>
          <p:cNvPr id="472" name="Google Shape;472;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473" name="Google Shape;473;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474" name="Google Shape;474;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475" name="Google Shape;475;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6" name="Shape 476"/>
        <p:cNvGrpSpPr/>
        <p:nvPr/>
      </p:nvGrpSpPr>
      <p:grpSpPr>
        <a:xfrm>
          <a:off x="0" y="0"/>
          <a:ext cx="0" cy="0"/>
          <a:chOff x="0" y="0"/>
          <a:chExt cx="0" cy="0"/>
        </a:xfrm>
      </p:grpSpPr>
      <p:sp>
        <p:nvSpPr>
          <p:cNvPr id="477" name="Google Shape;477;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478" name="Google Shape;478;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9" name="Shape 479"/>
        <p:cNvGrpSpPr/>
        <p:nvPr/>
      </p:nvGrpSpPr>
      <p:grpSpPr>
        <a:xfrm>
          <a:off x="0" y="0"/>
          <a:ext cx="0" cy="0"/>
          <a:chOff x="0" y="0"/>
          <a:chExt cx="0" cy="0"/>
        </a:xfrm>
      </p:grpSpPr>
      <p:sp>
        <p:nvSpPr>
          <p:cNvPr id="480" name="Google Shape;480;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SzPts val="2400"/>
              <a:buNone/>
              <a:defRPr sz="24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481" name="Google Shape;481;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rtl="0" algn="l">
              <a:lnSpc>
                <a:spcPct val="115000"/>
              </a:lnSpc>
              <a:spcBef>
                <a:spcPts val="0"/>
              </a:spcBef>
              <a:spcAft>
                <a:spcPts val="0"/>
              </a:spcAft>
              <a:buSzPts val="1200"/>
              <a:buChar char="●"/>
              <a:defRPr sz="12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482" name="Google Shape;482;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3" name="Shape 483"/>
        <p:cNvGrpSpPr/>
        <p:nvPr/>
      </p:nvGrpSpPr>
      <p:grpSpPr>
        <a:xfrm>
          <a:off x="0" y="0"/>
          <a:ext cx="0" cy="0"/>
          <a:chOff x="0" y="0"/>
          <a:chExt cx="0" cy="0"/>
        </a:xfrm>
      </p:grpSpPr>
      <p:sp>
        <p:nvSpPr>
          <p:cNvPr id="484" name="Google Shape;484;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rtl="0" algn="l">
              <a:lnSpc>
                <a:spcPct val="100000"/>
              </a:lnSpc>
              <a:spcBef>
                <a:spcPts val="0"/>
              </a:spcBef>
              <a:spcAft>
                <a:spcPts val="0"/>
              </a:spcAft>
              <a:buSzPts val="4800"/>
              <a:buNone/>
              <a:defRPr sz="4800"/>
            </a:lvl1pPr>
            <a:lvl2pPr lvl="1" rtl="0" algn="l">
              <a:lnSpc>
                <a:spcPct val="100000"/>
              </a:lnSpc>
              <a:spcBef>
                <a:spcPts val="0"/>
              </a:spcBef>
              <a:spcAft>
                <a:spcPts val="0"/>
              </a:spcAft>
              <a:buSzPts val="4800"/>
              <a:buNone/>
              <a:defRPr sz="4800"/>
            </a:lvl2pPr>
            <a:lvl3pPr lvl="2" rtl="0" algn="l">
              <a:lnSpc>
                <a:spcPct val="100000"/>
              </a:lnSpc>
              <a:spcBef>
                <a:spcPts val="0"/>
              </a:spcBef>
              <a:spcAft>
                <a:spcPts val="0"/>
              </a:spcAft>
              <a:buSzPts val="4800"/>
              <a:buNone/>
              <a:defRPr sz="4800"/>
            </a:lvl3pPr>
            <a:lvl4pPr lvl="3" rtl="0" algn="l">
              <a:lnSpc>
                <a:spcPct val="100000"/>
              </a:lnSpc>
              <a:spcBef>
                <a:spcPts val="0"/>
              </a:spcBef>
              <a:spcAft>
                <a:spcPts val="0"/>
              </a:spcAft>
              <a:buSzPts val="4800"/>
              <a:buNone/>
              <a:defRPr sz="4800"/>
            </a:lvl4pPr>
            <a:lvl5pPr lvl="4" rtl="0" algn="l">
              <a:lnSpc>
                <a:spcPct val="100000"/>
              </a:lnSpc>
              <a:spcBef>
                <a:spcPts val="0"/>
              </a:spcBef>
              <a:spcAft>
                <a:spcPts val="0"/>
              </a:spcAft>
              <a:buSzPts val="4800"/>
              <a:buNone/>
              <a:defRPr sz="4800"/>
            </a:lvl5pPr>
            <a:lvl6pPr lvl="5" rtl="0" algn="l">
              <a:lnSpc>
                <a:spcPct val="100000"/>
              </a:lnSpc>
              <a:spcBef>
                <a:spcPts val="0"/>
              </a:spcBef>
              <a:spcAft>
                <a:spcPts val="0"/>
              </a:spcAft>
              <a:buSzPts val="4800"/>
              <a:buNone/>
              <a:defRPr sz="4800"/>
            </a:lvl6pPr>
            <a:lvl7pPr lvl="6" rtl="0" algn="l">
              <a:lnSpc>
                <a:spcPct val="100000"/>
              </a:lnSpc>
              <a:spcBef>
                <a:spcPts val="0"/>
              </a:spcBef>
              <a:spcAft>
                <a:spcPts val="0"/>
              </a:spcAft>
              <a:buSzPts val="4800"/>
              <a:buNone/>
              <a:defRPr sz="4800"/>
            </a:lvl7pPr>
            <a:lvl8pPr lvl="7" rtl="0" algn="l">
              <a:lnSpc>
                <a:spcPct val="100000"/>
              </a:lnSpc>
              <a:spcBef>
                <a:spcPts val="0"/>
              </a:spcBef>
              <a:spcAft>
                <a:spcPts val="0"/>
              </a:spcAft>
              <a:buSzPts val="4800"/>
              <a:buNone/>
              <a:defRPr sz="4800"/>
            </a:lvl8pPr>
            <a:lvl9pPr lvl="8" rtl="0" algn="l">
              <a:lnSpc>
                <a:spcPct val="100000"/>
              </a:lnSpc>
              <a:spcBef>
                <a:spcPts val="0"/>
              </a:spcBef>
              <a:spcAft>
                <a:spcPts val="0"/>
              </a:spcAft>
              <a:buSzPts val="4800"/>
              <a:buNone/>
              <a:defRPr sz="4800"/>
            </a:lvl9pPr>
          </a:lstStyle>
          <a:p/>
        </p:txBody>
      </p:sp>
      <p:sp>
        <p:nvSpPr>
          <p:cNvPr id="485" name="Google Shape;485;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6" name="Shape 486"/>
        <p:cNvGrpSpPr/>
        <p:nvPr/>
      </p:nvGrpSpPr>
      <p:grpSpPr>
        <a:xfrm>
          <a:off x="0" y="0"/>
          <a:ext cx="0" cy="0"/>
          <a:chOff x="0" y="0"/>
          <a:chExt cx="0" cy="0"/>
        </a:xfrm>
      </p:grpSpPr>
      <p:sp>
        <p:nvSpPr>
          <p:cNvPr id="487" name="Google Shape;48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4200"/>
              <a:buNone/>
              <a:defRPr sz="4200"/>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489" name="Google Shape;489;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490" name="Google Shape;490;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491" name="Google Shape;491;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2" name="Shape 492"/>
        <p:cNvGrpSpPr/>
        <p:nvPr/>
      </p:nvGrpSpPr>
      <p:grpSpPr>
        <a:xfrm>
          <a:off x="0" y="0"/>
          <a:ext cx="0" cy="0"/>
          <a:chOff x="0" y="0"/>
          <a:chExt cx="0" cy="0"/>
        </a:xfrm>
      </p:grpSpPr>
      <p:sp>
        <p:nvSpPr>
          <p:cNvPr id="493" name="Google Shape;493;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rtl="0" algn="l">
              <a:lnSpc>
                <a:spcPct val="100000"/>
              </a:lnSpc>
              <a:spcBef>
                <a:spcPts val="0"/>
              </a:spcBef>
              <a:spcAft>
                <a:spcPts val="0"/>
              </a:spcAft>
              <a:buSzPts val="1800"/>
              <a:buNone/>
              <a:defRPr/>
            </a:lvl1pPr>
          </a:lstStyle>
          <a:p/>
        </p:txBody>
      </p:sp>
      <p:sp>
        <p:nvSpPr>
          <p:cNvPr id="494" name="Google Shape;494;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5" name="Shape 495"/>
        <p:cNvGrpSpPr/>
        <p:nvPr/>
      </p:nvGrpSpPr>
      <p:grpSpPr>
        <a:xfrm>
          <a:off x="0" y="0"/>
          <a:ext cx="0" cy="0"/>
          <a:chOff x="0" y="0"/>
          <a:chExt cx="0" cy="0"/>
        </a:xfrm>
      </p:grpSpPr>
      <p:sp>
        <p:nvSpPr>
          <p:cNvPr id="496" name="Google Shape;496;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12000"/>
              <a:buNone/>
              <a:defRPr sz="12000"/>
            </a:lvl1pPr>
            <a:lvl2pPr lvl="1" rtl="0" algn="ctr">
              <a:lnSpc>
                <a:spcPct val="100000"/>
              </a:lnSpc>
              <a:spcBef>
                <a:spcPts val="0"/>
              </a:spcBef>
              <a:spcAft>
                <a:spcPts val="0"/>
              </a:spcAft>
              <a:buSzPts val="12000"/>
              <a:buNone/>
              <a:defRPr sz="12000"/>
            </a:lvl2pPr>
            <a:lvl3pPr lvl="2" rtl="0" algn="ctr">
              <a:lnSpc>
                <a:spcPct val="100000"/>
              </a:lnSpc>
              <a:spcBef>
                <a:spcPts val="0"/>
              </a:spcBef>
              <a:spcAft>
                <a:spcPts val="0"/>
              </a:spcAft>
              <a:buSzPts val="12000"/>
              <a:buNone/>
              <a:defRPr sz="12000"/>
            </a:lvl3pPr>
            <a:lvl4pPr lvl="3" rtl="0" algn="ctr">
              <a:lnSpc>
                <a:spcPct val="100000"/>
              </a:lnSpc>
              <a:spcBef>
                <a:spcPts val="0"/>
              </a:spcBef>
              <a:spcAft>
                <a:spcPts val="0"/>
              </a:spcAft>
              <a:buSzPts val="12000"/>
              <a:buNone/>
              <a:defRPr sz="12000"/>
            </a:lvl4pPr>
            <a:lvl5pPr lvl="4" rtl="0" algn="ctr">
              <a:lnSpc>
                <a:spcPct val="100000"/>
              </a:lnSpc>
              <a:spcBef>
                <a:spcPts val="0"/>
              </a:spcBef>
              <a:spcAft>
                <a:spcPts val="0"/>
              </a:spcAft>
              <a:buSzPts val="12000"/>
              <a:buNone/>
              <a:defRPr sz="12000"/>
            </a:lvl5pPr>
            <a:lvl6pPr lvl="5" rtl="0" algn="ctr">
              <a:lnSpc>
                <a:spcPct val="100000"/>
              </a:lnSpc>
              <a:spcBef>
                <a:spcPts val="0"/>
              </a:spcBef>
              <a:spcAft>
                <a:spcPts val="0"/>
              </a:spcAft>
              <a:buSzPts val="12000"/>
              <a:buNone/>
              <a:defRPr sz="12000"/>
            </a:lvl6pPr>
            <a:lvl7pPr lvl="6" rtl="0" algn="ctr">
              <a:lnSpc>
                <a:spcPct val="100000"/>
              </a:lnSpc>
              <a:spcBef>
                <a:spcPts val="0"/>
              </a:spcBef>
              <a:spcAft>
                <a:spcPts val="0"/>
              </a:spcAft>
              <a:buSzPts val="12000"/>
              <a:buNone/>
              <a:defRPr sz="12000"/>
            </a:lvl7pPr>
            <a:lvl8pPr lvl="7" rtl="0" algn="ctr">
              <a:lnSpc>
                <a:spcPct val="100000"/>
              </a:lnSpc>
              <a:spcBef>
                <a:spcPts val="0"/>
              </a:spcBef>
              <a:spcAft>
                <a:spcPts val="0"/>
              </a:spcAft>
              <a:buSzPts val="12000"/>
              <a:buNone/>
              <a:defRPr sz="12000"/>
            </a:lvl8pPr>
            <a:lvl9pPr lvl="8" rtl="0" algn="ctr">
              <a:lnSpc>
                <a:spcPct val="100000"/>
              </a:lnSpc>
              <a:spcBef>
                <a:spcPts val="0"/>
              </a:spcBef>
              <a:spcAft>
                <a:spcPts val="0"/>
              </a:spcAft>
              <a:buSzPts val="12000"/>
              <a:buNone/>
              <a:defRPr sz="12000"/>
            </a:lvl9pPr>
          </a:lstStyle>
          <a:p>
            <a:r>
              <a:t>xx%</a:t>
            </a:r>
          </a:p>
        </p:txBody>
      </p:sp>
      <p:sp>
        <p:nvSpPr>
          <p:cNvPr id="497" name="Google Shape;497;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rtl="0" algn="ctr">
              <a:lnSpc>
                <a:spcPct val="115000"/>
              </a:lnSpc>
              <a:spcBef>
                <a:spcPts val="0"/>
              </a:spcBef>
              <a:spcAft>
                <a:spcPts val="0"/>
              </a:spcAft>
              <a:buSzPts val="1800"/>
              <a:buChar char="●"/>
              <a:defRPr/>
            </a:lvl1pPr>
            <a:lvl2pPr indent="-317500" lvl="1" marL="914400" rtl="0" algn="ctr">
              <a:lnSpc>
                <a:spcPct val="115000"/>
              </a:lnSpc>
              <a:spcBef>
                <a:spcPts val="0"/>
              </a:spcBef>
              <a:spcAft>
                <a:spcPts val="0"/>
              </a:spcAft>
              <a:buSzPts val="1400"/>
              <a:buChar char="○"/>
              <a:defRPr/>
            </a:lvl2pPr>
            <a:lvl3pPr indent="-317500" lvl="2" marL="1371600" rtl="0" algn="ctr">
              <a:lnSpc>
                <a:spcPct val="115000"/>
              </a:lnSpc>
              <a:spcBef>
                <a:spcPts val="0"/>
              </a:spcBef>
              <a:spcAft>
                <a:spcPts val="0"/>
              </a:spcAft>
              <a:buSzPts val="1400"/>
              <a:buChar char="■"/>
              <a:defRPr/>
            </a:lvl3pPr>
            <a:lvl4pPr indent="-317500" lvl="3" marL="1828800" rtl="0" algn="ctr">
              <a:lnSpc>
                <a:spcPct val="115000"/>
              </a:lnSpc>
              <a:spcBef>
                <a:spcPts val="0"/>
              </a:spcBef>
              <a:spcAft>
                <a:spcPts val="0"/>
              </a:spcAft>
              <a:buSzPts val="1400"/>
              <a:buChar char="●"/>
              <a:defRPr/>
            </a:lvl4pPr>
            <a:lvl5pPr indent="-317500" lvl="4" marL="2286000" rtl="0" algn="ctr">
              <a:lnSpc>
                <a:spcPct val="115000"/>
              </a:lnSpc>
              <a:spcBef>
                <a:spcPts val="0"/>
              </a:spcBef>
              <a:spcAft>
                <a:spcPts val="0"/>
              </a:spcAft>
              <a:buSzPts val="1400"/>
              <a:buChar char="○"/>
              <a:defRPr/>
            </a:lvl5pPr>
            <a:lvl6pPr indent="-317500" lvl="5" marL="2743200" rtl="0" algn="ctr">
              <a:lnSpc>
                <a:spcPct val="115000"/>
              </a:lnSpc>
              <a:spcBef>
                <a:spcPts val="0"/>
              </a:spcBef>
              <a:spcAft>
                <a:spcPts val="0"/>
              </a:spcAft>
              <a:buSzPts val="1400"/>
              <a:buChar char="■"/>
              <a:defRPr/>
            </a:lvl6pPr>
            <a:lvl7pPr indent="-317500" lvl="6" marL="3200400" rtl="0" algn="ctr">
              <a:lnSpc>
                <a:spcPct val="115000"/>
              </a:lnSpc>
              <a:spcBef>
                <a:spcPts val="0"/>
              </a:spcBef>
              <a:spcAft>
                <a:spcPts val="0"/>
              </a:spcAft>
              <a:buSzPts val="1400"/>
              <a:buChar char="●"/>
              <a:defRPr/>
            </a:lvl7pPr>
            <a:lvl8pPr indent="-317500" lvl="7" marL="3657600" rtl="0" algn="ctr">
              <a:lnSpc>
                <a:spcPct val="115000"/>
              </a:lnSpc>
              <a:spcBef>
                <a:spcPts val="0"/>
              </a:spcBef>
              <a:spcAft>
                <a:spcPts val="0"/>
              </a:spcAft>
              <a:buSzPts val="1400"/>
              <a:buChar char="○"/>
              <a:defRPr/>
            </a:lvl8pPr>
            <a:lvl9pPr indent="-317500" lvl="8" marL="4114800" rtl="0" algn="ctr">
              <a:lnSpc>
                <a:spcPct val="115000"/>
              </a:lnSpc>
              <a:spcBef>
                <a:spcPts val="0"/>
              </a:spcBef>
              <a:spcAft>
                <a:spcPts val="0"/>
              </a:spcAft>
              <a:buSzPts val="1400"/>
              <a:buChar char="■"/>
              <a:defRPr/>
            </a:lvl9pPr>
          </a:lstStyle>
          <a:p/>
        </p:txBody>
      </p:sp>
      <p:sp>
        <p:nvSpPr>
          <p:cNvPr id="498" name="Google Shape;49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9" name="Shape 499"/>
        <p:cNvGrpSpPr/>
        <p:nvPr/>
      </p:nvGrpSpPr>
      <p:grpSpPr>
        <a:xfrm>
          <a:off x="0" y="0"/>
          <a:ext cx="0" cy="0"/>
          <a:chOff x="0" y="0"/>
          <a:chExt cx="0" cy="0"/>
        </a:xfrm>
      </p:grpSpPr>
      <p:sp>
        <p:nvSpPr>
          <p:cNvPr id="500" name="Google Shape;500;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501" name="Google Shape;501;p13"/>
          <p:cNvSpPr txBox="1"/>
          <p:nvPr>
            <p:ph type="title"/>
          </p:nvPr>
        </p:nvSpPr>
        <p:spPr>
          <a:xfrm>
            <a:off x="311700" y="142450"/>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2800"/>
              <a:buNone/>
              <a:defRPr>
                <a:solidFill>
                  <a:schemeClr val="lt1"/>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502" name="Shape 502"/>
        <p:cNvGrpSpPr/>
        <p:nvPr/>
      </p:nvGrpSpPr>
      <p:grpSpPr>
        <a:xfrm>
          <a:off x="0" y="0"/>
          <a:ext cx="0" cy="0"/>
          <a:chOff x="0" y="0"/>
          <a:chExt cx="0" cy="0"/>
        </a:xfrm>
      </p:grpSpPr>
      <p:sp>
        <p:nvSpPr>
          <p:cNvPr id="503" name="Google Shape;503;p14"/>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04" name="Google Shape;504;p14"/>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05" name="Google Shape;505;p14"/>
          <p:cNvSpPr txBox="1"/>
          <p:nvPr>
            <p:ph idx="12" type="sldNum"/>
          </p:nvPr>
        </p:nvSpPr>
        <p:spPr>
          <a:xfrm>
            <a:off x="8685521" y="4778067"/>
            <a:ext cx="288300" cy="153900"/>
          </a:xfrm>
          <a:prstGeom prst="rect">
            <a:avLst/>
          </a:prstGeom>
          <a:noFill/>
          <a:ln>
            <a:noFill/>
          </a:ln>
        </p:spPr>
        <p:txBody>
          <a:bodyPr anchorCtr="0" anchor="t" bIns="0" lIns="0" spcFirstLastPara="1" rIns="0" wrap="square" tIns="0">
            <a:spAutoFit/>
          </a:bodyPr>
          <a:lstStyle>
            <a:lvl1pPr indent="0" lvl="0" marL="38100" marR="0" rtl="0" algn="l">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1pPr>
            <a:lvl2pPr indent="0" lvl="1" marL="38100" marR="0" rtl="0" algn="l">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2pPr>
            <a:lvl3pPr indent="0" lvl="2" marL="38100" marR="0" rtl="0" algn="l">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3pPr>
            <a:lvl4pPr indent="0" lvl="3" marL="38100" marR="0" rtl="0" algn="l">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4pPr>
            <a:lvl5pPr indent="0" lvl="4" marL="38100" marR="0" rtl="0" algn="l">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5pPr>
            <a:lvl6pPr indent="0" lvl="5" marL="38100" marR="0" rtl="0" algn="l">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6pPr>
            <a:lvl7pPr indent="0" lvl="6" marL="38100" marR="0" rtl="0" algn="l">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7pPr>
            <a:lvl8pPr indent="0" lvl="7" marL="38100" marR="0" rtl="0" algn="l">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8pPr>
            <a:lvl9pPr indent="0" lvl="8" marL="38100" marR="0" rtl="0" algn="l">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9pPr>
          </a:lstStyle>
          <a:p>
            <a:pPr indent="0" lvl="0" marL="38100" rtl="0" algn="l">
              <a:spcBef>
                <a:spcPts val="0"/>
              </a:spcBef>
              <a:spcAft>
                <a:spcPts val="0"/>
              </a:spcAft>
              <a:buNone/>
            </a:pPr>
            <a:fld id="{00000000-1234-1234-1234-123412341234}" type="slidenum">
              <a:rPr lang="en-US"/>
              <a:t>‹#›</a:t>
            </a:fld>
            <a:endParaRPr>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2.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446" name="Shape 446"/>
        <p:cNvGrpSpPr/>
        <p:nvPr/>
      </p:nvGrpSpPr>
      <p:grpSpPr>
        <a:xfrm>
          <a:off x="0" y="0"/>
          <a:ext cx="0" cy="0"/>
          <a:chOff x="0" y="0"/>
          <a:chExt cx="0" cy="0"/>
        </a:xfrm>
      </p:grpSpPr>
      <p:sp>
        <p:nvSpPr>
          <p:cNvPr id="447" name="Google Shape;447;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448" name="Google Shape;448;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449" name="Google Shape;449;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15"/>
          <p:cNvSpPr txBox="1"/>
          <p:nvPr>
            <p:ph idx="1" type="body"/>
          </p:nvPr>
        </p:nvSpPr>
        <p:spPr>
          <a:xfrm>
            <a:off x="304800" y="3486150"/>
            <a:ext cx="8458200" cy="12003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SzPts val="1800"/>
              <a:buFont typeface="Arial"/>
              <a:buNone/>
            </a:pPr>
            <a:r>
              <a:rPr lang="en-US">
                <a:latin typeface="Arial"/>
                <a:ea typeface="Arial"/>
                <a:cs typeface="Arial"/>
                <a:sym typeface="Arial"/>
              </a:rPr>
              <a:t>Looking Back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16"/>
          <p:cNvSpPr txBox="1"/>
          <p:nvPr>
            <p:ph idx="1" type="body"/>
          </p:nvPr>
        </p:nvSpPr>
        <p:spPr>
          <a:xfrm>
            <a:off x="228600" y="1158918"/>
            <a:ext cx="8610600" cy="3394500"/>
          </a:xfrm>
          <a:prstGeom prst="rect">
            <a:avLst/>
          </a:prstGeom>
          <a:noFill/>
          <a:ln>
            <a:noFill/>
          </a:ln>
        </p:spPr>
        <p:txBody>
          <a:bodyPr anchorCtr="0" anchor="t" bIns="91425" lIns="91425" spcFirstLastPara="1" rIns="91425" wrap="square" tIns="91425">
            <a:normAutofit/>
          </a:bodyPr>
          <a:lstStyle/>
          <a:p>
            <a:pPr indent="-342900" lvl="0" marL="457200" rtl="0" algn="l">
              <a:lnSpc>
                <a:spcPct val="105000"/>
              </a:lnSpc>
              <a:spcBef>
                <a:spcPts val="0"/>
              </a:spcBef>
              <a:spcAft>
                <a:spcPts val="0"/>
              </a:spcAft>
              <a:buSzPts val="1800"/>
              <a:buFont typeface="Noto Sans Symbols"/>
              <a:buChar char="❑"/>
            </a:pPr>
            <a:r>
              <a:rPr lang="en-US"/>
              <a:t>Total Questions: 6</a:t>
            </a:r>
            <a:br>
              <a:rPr lang="en-US"/>
            </a:br>
            <a:r>
              <a:rPr lang="en-US"/>
              <a:t>Marks per Question: 5</a:t>
            </a:r>
            <a:br>
              <a:rPr lang="en-US"/>
            </a:br>
            <a:r>
              <a:rPr lang="en-US"/>
              <a:t>The exam will cover the following types of questions:</a:t>
            </a:r>
            <a:br>
              <a:rPr lang="en-US"/>
            </a:br>
            <a:r>
              <a:rPr lang="en-US"/>
              <a:t>Definitions and Theoretical Concepts</a:t>
            </a:r>
            <a:endParaRPr/>
          </a:p>
          <a:p>
            <a:pPr indent="-342900" lvl="0" marL="457200" rtl="0" algn="l">
              <a:lnSpc>
                <a:spcPct val="105000"/>
              </a:lnSpc>
              <a:spcBef>
                <a:spcPts val="0"/>
              </a:spcBef>
              <a:spcAft>
                <a:spcPts val="0"/>
              </a:spcAft>
              <a:buSzPts val="1800"/>
              <a:buFont typeface="Courier New"/>
              <a:buChar char="o"/>
            </a:pPr>
            <a:r>
              <a:rPr lang="en-US"/>
              <a:t>Short Calculations or Problem-Solving Tasks</a:t>
            </a:r>
            <a:endParaRPr/>
          </a:p>
          <a:p>
            <a:pPr indent="-342900" lvl="0" marL="457200" rtl="0" algn="l">
              <a:lnSpc>
                <a:spcPct val="105000"/>
              </a:lnSpc>
              <a:spcBef>
                <a:spcPts val="0"/>
              </a:spcBef>
              <a:spcAft>
                <a:spcPts val="0"/>
              </a:spcAft>
              <a:buSzPts val="1800"/>
              <a:buFont typeface="Courier New"/>
              <a:buChar char="o"/>
            </a:pPr>
            <a:r>
              <a:rPr lang="en-US"/>
              <a:t>Comparison and Contrast</a:t>
            </a:r>
            <a:endParaRPr/>
          </a:p>
          <a:p>
            <a:pPr indent="-342900" lvl="0" marL="457200" rtl="0" algn="l">
              <a:lnSpc>
                <a:spcPct val="105000"/>
              </a:lnSpc>
              <a:spcBef>
                <a:spcPts val="0"/>
              </a:spcBef>
              <a:spcAft>
                <a:spcPts val="0"/>
              </a:spcAft>
              <a:buSzPts val="1800"/>
              <a:buFont typeface="Courier New"/>
              <a:buChar char="o"/>
            </a:pPr>
            <a:r>
              <a:rPr lang="en-US"/>
              <a:t>Applications to New Scenarios</a:t>
            </a:r>
            <a:endParaRPr/>
          </a:p>
          <a:p>
            <a:pPr indent="-342900" lvl="0" marL="457200" rtl="0" algn="l">
              <a:lnSpc>
                <a:spcPct val="105000"/>
              </a:lnSpc>
              <a:spcBef>
                <a:spcPts val="0"/>
              </a:spcBef>
              <a:spcAft>
                <a:spcPts val="0"/>
              </a:spcAft>
              <a:buSzPts val="1800"/>
              <a:buFont typeface="Courier New"/>
              <a:buChar char="o"/>
            </a:pPr>
            <a:r>
              <a:rPr lang="en-US"/>
              <a:t>Diagrams and Interpretation</a:t>
            </a:r>
            <a:endParaRPr/>
          </a:p>
          <a:p>
            <a:pPr indent="-342900" lvl="0" marL="457200" rtl="0" algn="l">
              <a:lnSpc>
                <a:spcPct val="105000"/>
              </a:lnSpc>
              <a:spcBef>
                <a:spcPts val="0"/>
              </a:spcBef>
              <a:spcAft>
                <a:spcPts val="0"/>
              </a:spcAft>
              <a:buSzPts val="1800"/>
              <a:buFont typeface="Courier New"/>
              <a:buChar char="o"/>
            </a:pPr>
            <a:r>
              <a:rPr lang="en-US"/>
              <a:t>Explanation of Steps or Algorithms</a:t>
            </a:r>
            <a:endParaRPr/>
          </a:p>
          <a:p>
            <a:pPr indent="-342900" lvl="0" marL="457200" rtl="0" algn="l">
              <a:lnSpc>
                <a:spcPct val="105000"/>
              </a:lnSpc>
              <a:spcBef>
                <a:spcPts val="0"/>
              </a:spcBef>
              <a:spcAft>
                <a:spcPts val="0"/>
              </a:spcAft>
              <a:buSzPts val="1800"/>
              <a:buFont typeface="Courier New"/>
              <a:buChar char="o"/>
            </a:pPr>
            <a:r>
              <a:rPr lang="en-US"/>
              <a:t>Open-Ended Design Problems</a:t>
            </a:r>
            <a:endParaRPr/>
          </a:p>
          <a:p>
            <a:pPr indent="-342900" lvl="0" marL="457200" rtl="0" algn="l">
              <a:lnSpc>
                <a:spcPct val="105000"/>
              </a:lnSpc>
              <a:spcBef>
                <a:spcPts val="0"/>
              </a:spcBef>
              <a:spcAft>
                <a:spcPts val="0"/>
              </a:spcAft>
              <a:buSzPts val="1800"/>
              <a:buFont typeface="Courier New"/>
              <a:buChar char="o"/>
            </a:pPr>
            <a:r>
              <a:rPr lang="en-US"/>
              <a:t>Real-World Applications</a:t>
            </a:r>
            <a:endParaRPr/>
          </a:p>
          <a:p>
            <a:pPr indent="-228600" lvl="0" marL="457200" rtl="0" algn="l">
              <a:lnSpc>
                <a:spcPct val="105000"/>
              </a:lnSpc>
              <a:spcBef>
                <a:spcPts val="0"/>
              </a:spcBef>
              <a:spcAft>
                <a:spcPts val="0"/>
              </a:spcAft>
              <a:buSzPts val="1800"/>
              <a:buNone/>
            </a:pPr>
            <a:r>
              <a:t/>
            </a:r>
            <a:endParaRPr/>
          </a:p>
        </p:txBody>
      </p:sp>
      <p:sp>
        <p:nvSpPr>
          <p:cNvPr id="516" name="Google Shape;516;p16"/>
          <p:cNvSpPr txBox="1"/>
          <p:nvPr>
            <p:ph type="title"/>
          </p:nvPr>
        </p:nvSpPr>
        <p:spPr>
          <a:xfrm>
            <a:off x="228602" y="178755"/>
            <a:ext cx="7705500" cy="4194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2800"/>
              <a:buNone/>
            </a:pPr>
            <a:r>
              <a:rPr b="1" lang="en-US" sz="2430">
                <a:solidFill>
                  <a:schemeClr val="lt1"/>
                </a:solidFill>
              </a:rPr>
              <a:t>Midsem exam Details: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17"/>
          <p:cNvSpPr txBox="1"/>
          <p:nvPr>
            <p:ph idx="1" type="body"/>
          </p:nvPr>
        </p:nvSpPr>
        <p:spPr>
          <a:xfrm>
            <a:off x="228600" y="1158918"/>
            <a:ext cx="8610600" cy="3394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US"/>
              <a:t>Two friends Ravi and Vira, while experimenting with a deep neural network, found that their model is over-fitting the given training data. The friends referred to the available literature and materials and came up with a solution to reduce the over-fitting. Ravi decided to add drop out along with batch normalization to his model. Whereas Vira decided to go with a deeper model, hence he added more layers. But he found that his model is struggling to train because of his hardware limitations. So he decided to employ early stopping. Assess whether the decisions Ravi and Vira are taking helps them to proceed in the right direction.</a:t>
            </a:r>
            <a:endParaRPr/>
          </a:p>
        </p:txBody>
      </p:sp>
      <p:sp>
        <p:nvSpPr>
          <p:cNvPr id="522" name="Google Shape;522;p17"/>
          <p:cNvSpPr txBox="1"/>
          <p:nvPr>
            <p:ph type="title"/>
          </p:nvPr>
        </p:nvSpPr>
        <p:spPr>
          <a:xfrm>
            <a:off x="228601" y="144379"/>
            <a:ext cx="7781100" cy="556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2800"/>
              <a:buNone/>
            </a:pPr>
            <a:r>
              <a:rPr lang="en-US" sz="2430">
                <a:solidFill>
                  <a:schemeClr val="lt1"/>
                </a:solidFill>
              </a:rPr>
              <a:t>Example 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18"/>
          <p:cNvSpPr txBox="1"/>
          <p:nvPr>
            <p:ph idx="1" type="body"/>
          </p:nvPr>
        </p:nvSpPr>
        <p:spPr>
          <a:xfrm>
            <a:off x="228600" y="1158918"/>
            <a:ext cx="8610600" cy="3394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US"/>
              <a:t>Both Ravi and Vira are correct in their decisions.</a:t>
            </a:r>
            <a:endParaRPr/>
          </a:p>
          <a:p>
            <a:pPr indent="-342900" lvl="0" marL="457200" rtl="0" algn="l">
              <a:lnSpc>
                <a:spcPct val="115000"/>
              </a:lnSpc>
              <a:spcBef>
                <a:spcPts val="0"/>
              </a:spcBef>
              <a:spcAft>
                <a:spcPts val="0"/>
              </a:spcAft>
              <a:buSzPts val="1800"/>
              <a:buChar char="●"/>
            </a:pPr>
            <a:r>
              <a:rPr lang="en-US"/>
              <a:t>Both are regularization techniques.</a:t>
            </a:r>
            <a:endParaRPr/>
          </a:p>
          <a:p>
            <a:pPr indent="-342900" lvl="0" marL="457200" rtl="0" algn="l">
              <a:lnSpc>
                <a:spcPct val="115000"/>
              </a:lnSpc>
              <a:spcBef>
                <a:spcPts val="0"/>
              </a:spcBef>
              <a:spcAft>
                <a:spcPts val="0"/>
              </a:spcAft>
              <a:buSzPts val="1800"/>
              <a:buChar char="●"/>
            </a:pPr>
            <a:r>
              <a:rPr lang="en-US"/>
              <a:t>Dropout prevents overfitting due to a layer’s over-reliance on a few of its neurons.</a:t>
            </a:r>
            <a:endParaRPr/>
          </a:p>
          <a:p>
            <a:pPr indent="-342900" lvl="0" marL="457200" rtl="0" algn="l">
              <a:lnSpc>
                <a:spcPct val="115000"/>
              </a:lnSpc>
              <a:spcBef>
                <a:spcPts val="0"/>
              </a:spcBef>
              <a:spcAft>
                <a:spcPts val="0"/>
              </a:spcAft>
              <a:buSzPts val="1800"/>
              <a:buChar char="●"/>
            </a:pPr>
            <a:r>
              <a:rPr lang="en-US"/>
              <a:t>Early stopping provide guidance as to how many iterations can be run before the learner begins to over-fit.</a:t>
            </a:r>
            <a:endParaRPr/>
          </a:p>
        </p:txBody>
      </p:sp>
      <p:sp>
        <p:nvSpPr>
          <p:cNvPr id="528" name="Google Shape;528;p18"/>
          <p:cNvSpPr txBox="1"/>
          <p:nvPr>
            <p:ph type="title"/>
          </p:nvPr>
        </p:nvSpPr>
        <p:spPr>
          <a:xfrm>
            <a:off x="228601" y="0"/>
            <a:ext cx="8160900" cy="9144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2800"/>
              <a:buNone/>
            </a:pPr>
            <a:r>
              <a:rPr lang="en-US">
                <a:solidFill>
                  <a:schemeClr val="lt1"/>
                </a:solidFill>
              </a:rPr>
              <a:t>Discussion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19"/>
          <p:cNvSpPr txBox="1"/>
          <p:nvPr>
            <p:ph type="title"/>
          </p:nvPr>
        </p:nvSpPr>
        <p:spPr>
          <a:xfrm>
            <a:off x="311700" y="142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lt1"/>
              </a:buClr>
              <a:buSzPts val="2800"/>
              <a:buNone/>
            </a:pPr>
            <a:r>
              <a:rPr lang="en-US" sz="2520"/>
              <a:t>Example - 2</a:t>
            </a:r>
            <a:endParaRPr/>
          </a:p>
        </p:txBody>
      </p:sp>
      <p:sp>
        <p:nvSpPr>
          <p:cNvPr id="534" name="Google Shape;534;p19"/>
          <p:cNvSpPr txBox="1"/>
          <p:nvPr>
            <p:ph idx="1" type="body"/>
          </p:nvPr>
        </p:nvSpPr>
        <p:spPr>
          <a:xfrm>
            <a:off x="311700" y="715150"/>
            <a:ext cx="8520600" cy="4147800"/>
          </a:xfrm>
          <a:prstGeom prst="rect">
            <a:avLst/>
          </a:prstGeom>
          <a:noFill/>
          <a:ln>
            <a:noFill/>
          </a:ln>
        </p:spPr>
        <p:txBody>
          <a:bodyPr anchorCtr="0" anchor="t" bIns="91425" lIns="91425" spcFirstLastPara="1" rIns="91425" wrap="square" tIns="91425">
            <a:normAutofit/>
          </a:bodyPr>
          <a:lstStyle/>
          <a:p>
            <a:pPr indent="0" lvl="0" marL="101600" rtl="0" algn="just">
              <a:lnSpc>
                <a:spcPct val="115000"/>
              </a:lnSpc>
              <a:spcBef>
                <a:spcPts val="0"/>
              </a:spcBef>
              <a:spcAft>
                <a:spcPts val="0"/>
              </a:spcAft>
              <a:buSzPts val="2000"/>
              <a:buNone/>
            </a:pPr>
            <a:r>
              <a:rPr lang="en-US">
                <a:latin typeface="Calibri"/>
                <a:ea typeface="Calibri"/>
                <a:cs typeface="Calibri"/>
                <a:sym typeface="Calibri"/>
              </a:rPr>
              <a:t>Two friends Meera and Reema were working on a deep neural classifier. While training , Meara's classifier obtains a training set error of 25% and validation set error of 27%; whereas Reema obtained a training set error of 4.5% and validation set error of 6%. Examine the classifiers Meera and Reema have designed and suggest one technique they should use to modify their classifier if required.</a:t>
            </a:r>
            <a:endParaRPr>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20"/>
          <p:cNvSpPr txBox="1"/>
          <p:nvPr>
            <p:ph type="title"/>
          </p:nvPr>
        </p:nvSpPr>
        <p:spPr>
          <a:xfrm>
            <a:off x="311700" y="142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lt1"/>
              </a:buClr>
              <a:buSzPts val="2800"/>
              <a:buNone/>
            </a:pPr>
            <a:r>
              <a:rPr lang="en-US" sz="2520"/>
              <a:t>Discussion</a:t>
            </a:r>
            <a:endParaRPr/>
          </a:p>
        </p:txBody>
      </p:sp>
      <p:sp>
        <p:nvSpPr>
          <p:cNvPr id="540" name="Google Shape;540;p20"/>
          <p:cNvSpPr txBox="1"/>
          <p:nvPr>
            <p:ph idx="1" type="body"/>
          </p:nvPr>
        </p:nvSpPr>
        <p:spPr>
          <a:xfrm>
            <a:off x="311700" y="715150"/>
            <a:ext cx="8520600" cy="4147800"/>
          </a:xfrm>
          <a:prstGeom prst="rect">
            <a:avLst/>
          </a:prstGeom>
          <a:noFill/>
          <a:ln>
            <a:noFill/>
          </a:ln>
        </p:spPr>
        <p:txBody>
          <a:bodyPr anchorCtr="0" anchor="t" bIns="91425" lIns="91425" spcFirstLastPara="1" rIns="91425" wrap="square" tIns="91425">
            <a:normAutofit/>
          </a:bodyPr>
          <a:lstStyle/>
          <a:p>
            <a:pPr indent="-355600" lvl="0" marL="457200" rtl="0" algn="l">
              <a:lnSpc>
                <a:spcPct val="115000"/>
              </a:lnSpc>
              <a:spcBef>
                <a:spcPts val="0"/>
              </a:spcBef>
              <a:spcAft>
                <a:spcPts val="0"/>
              </a:spcAft>
              <a:buClr>
                <a:schemeClr val="dk1"/>
              </a:buClr>
              <a:buSzPts val="2000"/>
              <a:buChar char="●"/>
            </a:pPr>
            <a:r>
              <a:rPr lang="en-US">
                <a:latin typeface="Calibri"/>
                <a:ea typeface="Calibri"/>
                <a:cs typeface="Calibri"/>
                <a:sym typeface="Calibri"/>
              </a:rPr>
              <a:t>Meera’s classifier is having high bias.</a:t>
            </a:r>
            <a:endParaRPr/>
          </a:p>
          <a:p>
            <a:pPr indent="-355600" lvl="0" marL="457200" rtl="0" algn="l">
              <a:lnSpc>
                <a:spcPct val="115000"/>
              </a:lnSpc>
              <a:spcBef>
                <a:spcPts val="0"/>
              </a:spcBef>
              <a:spcAft>
                <a:spcPts val="0"/>
              </a:spcAft>
              <a:buClr>
                <a:schemeClr val="dk1"/>
              </a:buClr>
              <a:buSzPts val="2000"/>
              <a:buChar char="●"/>
            </a:pPr>
            <a:r>
              <a:rPr lang="en-US">
                <a:latin typeface="Calibri"/>
                <a:ea typeface="Calibri"/>
                <a:cs typeface="Calibri"/>
                <a:sym typeface="Calibri"/>
              </a:rPr>
              <a:t>So Meera has to use optimization techniques like SGD, mometum, RMSProp or Adam classifier.</a:t>
            </a:r>
            <a:endParaRPr/>
          </a:p>
          <a:p>
            <a:pPr indent="-355600" lvl="0" marL="457200" rtl="0" algn="l">
              <a:lnSpc>
                <a:spcPct val="115000"/>
              </a:lnSpc>
              <a:spcBef>
                <a:spcPts val="0"/>
              </a:spcBef>
              <a:spcAft>
                <a:spcPts val="0"/>
              </a:spcAft>
              <a:buClr>
                <a:schemeClr val="dk1"/>
              </a:buClr>
              <a:buSzPts val="2000"/>
              <a:buChar char="●"/>
            </a:pPr>
            <a:r>
              <a:rPr lang="en-US">
                <a:latin typeface="Calibri"/>
                <a:ea typeface="Calibri"/>
                <a:cs typeface="Calibri"/>
                <a:sym typeface="Calibri"/>
              </a:rPr>
              <a:t>Reema’s classifier is having low bias and variance.</a:t>
            </a:r>
            <a:endParaRPr/>
          </a:p>
          <a:p>
            <a:pPr indent="-355600" lvl="0" marL="457200" rtl="0" algn="l">
              <a:lnSpc>
                <a:spcPct val="115000"/>
              </a:lnSpc>
              <a:spcBef>
                <a:spcPts val="0"/>
              </a:spcBef>
              <a:spcAft>
                <a:spcPts val="0"/>
              </a:spcAft>
              <a:buClr>
                <a:schemeClr val="dk1"/>
              </a:buClr>
              <a:buSzPts val="2000"/>
              <a:buChar char="●"/>
            </a:pPr>
            <a:r>
              <a:rPr lang="en-US">
                <a:latin typeface="Calibri"/>
                <a:ea typeface="Calibri"/>
                <a:cs typeface="Calibri"/>
                <a:sym typeface="Calibri"/>
              </a:rPr>
              <a:t>So no change required</a:t>
            </a:r>
            <a:endParaRPr/>
          </a:p>
        </p:txBody>
      </p:sp>
      <p:sp>
        <p:nvSpPr>
          <p:cNvPr id="541" name="Google Shape;541;p20"/>
          <p:cNvSpPr txBox="1"/>
          <p:nvPr>
            <p:ph idx="12" type="sldNum"/>
          </p:nvPr>
        </p:nvSpPr>
        <p:spPr>
          <a:xfrm>
            <a:off x="8484550" y="4863199"/>
            <a:ext cx="548700" cy="310800"/>
          </a:xfrm>
          <a:prstGeom prst="rect">
            <a:avLst/>
          </a:prstGeom>
          <a:noFill/>
          <a:ln>
            <a:noFill/>
          </a:ln>
        </p:spPr>
        <p:txBody>
          <a:bodyPr anchorCtr="0" anchor="ctr" bIns="91425" lIns="91425" spcFirstLastPara="1" rIns="91425" wrap="square" tIns="91425">
            <a:normAutofit/>
          </a:bodyPr>
          <a:lstStyle/>
          <a:p>
            <a:pPr indent="0" lvl="0" marL="0" rtl="0" algn="r">
              <a:lnSpc>
                <a:spcPct val="90000"/>
              </a:lnSpc>
              <a:spcBef>
                <a:spcPts val="0"/>
              </a:spcBef>
              <a:spcAft>
                <a:spcPts val="0"/>
              </a:spcAft>
              <a:buSzPts val="925"/>
              <a:buNone/>
            </a:pPr>
            <a:fld id="{00000000-1234-1234-1234-123412341234}" type="slidenum">
              <a:rPr lang="en-US" sz="925"/>
              <a:t>‹#›</a:t>
            </a:fld>
            <a:endParaRPr sz="925"/>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21"/>
          <p:cNvSpPr txBox="1"/>
          <p:nvPr>
            <p:ph type="title"/>
          </p:nvPr>
        </p:nvSpPr>
        <p:spPr>
          <a:xfrm>
            <a:off x="311700" y="142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lt1"/>
              </a:buClr>
              <a:buSzPts val="2800"/>
              <a:buNone/>
            </a:pPr>
            <a:r>
              <a:rPr lang="en-US" sz="2520"/>
              <a:t>Example - 3</a:t>
            </a:r>
            <a:endParaRPr/>
          </a:p>
        </p:txBody>
      </p:sp>
      <p:sp>
        <p:nvSpPr>
          <p:cNvPr id="547" name="Google Shape;547;p21"/>
          <p:cNvSpPr txBox="1"/>
          <p:nvPr>
            <p:ph idx="1" type="body"/>
          </p:nvPr>
        </p:nvSpPr>
        <p:spPr>
          <a:xfrm>
            <a:off x="311700" y="715150"/>
            <a:ext cx="8520600" cy="4147800"/>
          </a:xfrm>
          <a:prstGeom prst="rect">
            <a:avLst/>
          </a:prstGeom>
          <a:noFill/>
          <a:ln>
            <a:noFill/>
          </a:ln>
        </p:spPr>
        <p:txBody>
          <a:bodyPr anchorCtr="0" anchor="t" bIns="91425" lIns="91425" spcFirstLastPara="1" rIns="91425" wrap="square" tIns="91425">
            <a:normAutofit/>
          </a:bodyPr>
          <a:lstStyle/>
          <a:p>
            <a:pPr indent="-355600" lvl="0" marL="457200" rtl="0" algn="l">
              <a:lnSpc>
                <a:spcPct val="115000"/>
              </a:lnSpc>
              <a:spcBef>
                <a:spcPts val="0"/>
              </a:spcBef>
              <a:spcAft>
                <a:spcPts val="0"/>
              </a:spcAft>
              <a:buClr>
                <a:schemeClr val="dk1"/>
              </a:buClr>
              <a:buSzPts val="2000"/>
              <a:buChar char="●"/>
            </a:pPr>
            <a:r>
              <a:rPr lang="en-US" sz="1600">
                <a:latin typeface="Calibri"/>
                <a:ea typeface="Calibri"/>
                <a:cs typeface="Calibri"/>
                <a:sym typeface="Calibri"/>
              </a:rPr>
              <a:t>The following code snippet is used for a classification problem</a:t>
            </a:r>
            <a:endParaRPr/>
          </a:p>
          <a:p>
            <a:pPr indent="0" lvl="0" marL="101600" rtl="0" algn="l">
              <a:lnSpc>
                <a:spcPct val="115000"/>
              </a:lnSpc>
              <a:spcBef>
                <a:spcPts val="0"/>
              </a:spcBef>
              <a:spcAft>
                <a:spcPts val="0"/>
              </a:spcAft>
              <a:buSzPts val="2000"/>
              <a:buNone/>
            </a:pPr>
            <a:r>
              <a:rPr lang="en-US" sz="1600">
                <a:latin typeface="Calibri"/>
                <a:ea typeface="Calibri"/>
                <a:cs typeface="Calibri"/>
                <a:sym typeface="Calibri"/>
              </a:rPr>
              <a:t>dnnModel = models . Sequential( )</a:t>
            </a:r>
            <a:endParaRPr/>
          </a:p>
          <a:p>
            <a:pPr indent="0" lvl="0" marL="101600" rtl="0" algn="l">
              <a:lnSpc>
                <a:spcPct val="115000"/>
              </a:lnSpc>
              <a:spcBef>
                <a:spcPts val="0"/>
              </a:spcBef>
              <a:spcAft>
                <a:spcPts val="0"/>
              </a:spcAft>
              <a:buSzPts val="2000"/>
              <a:buNone/>
            </a:pPr>
            <a:r>
              <a:rPr lang="en-US" sz="1600">
                <a:latin typeface="Calibri"/>
                <a:ea typeface="Calibri"/>
                <a:cs typeface="Calibri"/>
                <a:sym typeface="Calibri"/>
              </a:rPr>
              <a:t>dnnModel . add ( l a y e r s . Dense (60 , a c t i v a t i o n=’tanh ’ ,input_shape= ( 6 4 * 6 4 , ) ) )</a:t>
            </a:r>
            <a:endParaRPr/>
          </a:p>
          <a:p>
            <a:pPr indent="0" lvl="0" marL="101600" rtl="0" algn="l">
              <a:lnSpc>
                <a:spcPct val="115000"/>
              </a:lnSpc>
              <a:spcBef>
                <a:spcPts val="0"/>
              </a:spcBef>
              <a:spcAft>
                <a:spcPts val="0"/>
              </a:spcAft>
              <a:buSzPts val="2000"/>
              <a:buNone/>
            </a:pPr>
            <a:r>
              <a:rPr lang="en-US" sz="1600">
                <a:latin typeface="Calibri"/>
                <a:ea typeface="Calibri"/>
                <a:cs typeface="Calibri"/>
                <a:sym typeface="Calibri"/>
              </a:rPr>
              <a:t>dnnModel . add ( l a y e r s . Dense (40 , a c t i v a t i o n=’tanh ’ ) )</a:t>
            </a:r>
            <a:endParaRPr/>
          </a:p>
          <a:p>
            <a:pPr indent="0" lvl="0" marL="101600" rtl="0" algn="l">
              <a:lnSpc>
                <a:spcPct val="115000"/>
              </a:lnSpc>
              <a:spcBef>
                <a:spcPts val="0"/>
              </a:spcBef>
              <a:spcAft>
                <a:spcPts val="0"/>
              </a:spcAft>
              <a:buSzPts val="2000"/>
              <a:buNone/>
            </a:pPr>
            <a:r>
              <a:rPr lang="en-US" sz="1600">
                <a:latin typeface="Calibri"/>
                <a:ea typeface="Calibri"/>
                <a:cs typeface="Calibri"/>
                <a:sym typeface="Calibri"/>
              </a:rPr>
              <a:t>dnnModel . add ( l a y e r s . Dense (20 , a c t i v a t i o n=’tanh ’ ) )</a:t>
            </a:r>
            <a:endParaRPr/>
          </a:p>
          <a:p>
            <a:pPr indent="0" lvl="0" marL="101600" rtl="0" algn="l">
              <a:lnSpc>
                <a:spcPct val="115000"/>
              </a:lnSpc>
              <a:spcBef>
                <a:spcPts val="0"/>
              </a:spcBef>
              <a:spcAft>
                <a:spcPts val="0"/>
              </a:spcAft>
              <a:buSzPts val="2000"/>
              <a:buNone/>
            </a:pPr>
            <a:r>
              <a:rPr lang="en-US" sz="1600">
                <a:latin typeface="Calibri"/>
                <a:ea typeface="Calibri"/>
                <a:cs typeface="Calibri"/>
                <a:sym typeface="Calibri"/>
              </a:rPr>
              <a:t>dnnModel . add ( l a y e r s . Dense (10 , a c t i v a t i o n=’tanh ’ ) )</a:t>
            </a:r>
            <a:endParaRPr/>
          </a:p>
          <a:p>
            <a:pPr indent="0" lvl="0" marL="101600" rtl="0" algn="l">
              <a:lnSpc>
                <a:spcPct val="115000"/>
              </a:lnSpc>
              <a:spcBef>
                <a:spcPts val="0"/>
              </a:spcBef>
              <a:spcAft>
                <a:spcPts val="0"/>
              </a:spcAft>
              <a:buSzPts val="2000"/>
              <a:buNone/>
            </a:pPr>
            <a:r>
              <a:rPr lang="en-US" sz="1600">
                <a:latin typeface="Calibri"/>
                <a:ea typeface="Calibri"/>
                <a:cs typeface="Calibri"/>
                <a:sym typeface="Calibri"/>
              </a:rPr>
              <a:t>dnnModel . add ( l a y e r s . Dense ( 4 , a c t i v a t i o n=’softmax ’ ) )</a:t>
            </a:r>
            <a:endParaRPr/>
          </a:p>
          <a:p>
            <a:pPr indent="0" lvl="0" marL="101600" rtl="0" algn="l">
              <a:lnSpc>
                <a:spcPct val="115000"/>
              </a:lnSpc>
              <a:spcBef>
                <a:spcPts val="0"/>
              </a:spcBef>
              <a:spcAft>
                <a:spcPts val="0"/>
              </a:spcAft>
              <a:buSzPts val="2000"/>
              <a:buNone/>
            </a:pPr>
            <a:r>
              <a:t/>
            </a:r>
            <a:endParaRPr sz="1600">
              <a:latin typeface="Calibri"/>
              <a:ea typeface="Calibri"/>
              <a:cs typeface="Calibri"/>
              <a:sym typeface="Calibri"/>
            </a:endParaRPr>
          </a:p>
          <a:p>
            <a:pPr indent="-355600" lvl="0" marL="457200" rtl="0" algn="l">
              <a:lnSpc>
                <a:spcPct val="115000"/>
              </a:lnSpc>
              <a:spcBef>
                <a:spcPts val="0"/>
              </a:spcBef>
              <a:spcAft>
                <a:spcPts val="0"/>
              </a:spcAft>
              <a:buSzPts val="2000"/>
              <a:buFont typeface="Courier New"/>
              <a:buChar char="o"/>
            </a:pPr>
            <a:r>
              <a:rPr lang="en-US" sz="1600">
                <a:latin typeface="Calibri"/>
                <a:ea typeface="Calibri"/>
                <a:cs typeface="Calibri"/>
                <a:sym typeface="Calibri"/>
              </a:rPr>
              <a:t>Find the number of hidden layers and the number of categories that are being classified.</a:t>
            </a:r>
            <a:endParaRPr/>
          </a:p>
          <a:p>
            <a:pPr indent="-355600" lvl="0" marL="457200" rtl="0" algn="l">
              <a:lnSpc>
                <a:spcPct val="115000"/>
              </a:lnSpc>
              <a:spcBef>
                <a:spcPts val="0"/>
              </a:spcBef>
              <a:spcAft>
                <a:spcPts val="0"/>
              </a:spcAft>
              <a:buSzPts val="2000"/>
              <a:buFont typeface="Courier New"/>
              <a:buChar char="o"/>
            </a:pPr>
            <a:r>
              <a:rPr lang="en-US" sz="1600">
                <a:latin typeface="Calibri"/>
                <a:ea typeface="Calibri"/>
                <a:cs typeface="Calibri"/>
                <a:sym typeface="Calibri"/>
              </a:rPr>
              <a:t>Compute the size of input vector.</a:t>
            </a:r>
            <a:endParaRPr/>
          </a:p>
          <a:p>
            <a:pPr indent="-355600" lvl="0" marL="457200" rtl="0" algn="l">
              <a:lnSpc>
                <a:spcPct val="115000"/>
              </a:lnSpc>
              <a:spcBef>
                <a:spcPts val="0"/>
              </a:spcBef>
              <a:spcAft>
                <a:spcPts val="0"/>
              </a:spcAft>
              <a:buSzPts val="2000"/>
              <a:buFont typeface="Courier New"/>
              <a:buChar char="o"/>
            </a:pPr>
            <a:r>
              <a:rPr lang="en-US" sz="1600">
                <a:latin typeface="Calibri"/>
                <a:ea typeface="Calibri"/>
                <a:cs typeface="Calibri"/>
                <a:sym typeface="Calibri"/>
              </a:rPr>
              <a:t>Compute the number of parameters learned in each layer.</a:t>
            </a:r>
            <a:endParaRPr/>
          </a:p>
          <a:p>
            <a:pPr indent="-228600" lvl="0" marL="457200" rtl="0" algn="l">
              <a:lnSpc>
                <a:spcPct val="115000"/>
              </a:lnSpc>
              <a:spcBef>
                <a:spcPts val="0"/>
              </a:spcBef>
              <a:spcAft>
                <a:spcPts val="0"/>
              </a:spcAft>
              <a:buClr>
                <a:schemeClr val="dk1"/>
              </a:buClr>
              <a:buSzPts val="2000"/>
              <a:buNone/>
            </a:pPr>
            <a:r>
              <a:t/>
            </a:r>
            <a:endParaRPr sz="1600">
              <a:latin typeface="Calibri"/>
              <a:ea typeface="Calibri"/>
              <a:cs typeface="Calibri"/>
              <a:sym typeface="Calibri"/>
            </a:endParaRPr>
          </a:p>
        </p:txBody>
      </p:sp>
      <p:sp>
        <p:nvSpPr>
          <p:cNvPr id="548" name="Google Shape;548;p21"/>
          <p:cNvSpPr txBox="1"/>
          <p:nvPr>
            <p:ph idx="12" type="sldNum"/>
          </p:nvPr>
        </p:nvSpPr>
        <p:spPr>
          <a:xfrm>
            <a:off x="8484550" y="4863199"/>
            <a:ext cx="548700" cy="310800"/>
          </a:xfrm>
          <a:prstGeom prst="rect">
            <a:avLst/>
          </a:prstGeom>
          <a:noFill/>
          <a:ln>
            <a:noFill/>
          </a:ln>
        </p:spPr>
        <p:txBody>
          <a:bodyPr anchorCtr="0" anchor="ctr" bIns="91425" lIns="91425" spcFirstLastPara="1" rIns="91425" wrap="square" tIns="91425">
            <a:normAutofit/>
          </a:bodyPr>
          <a:lstStyle/>
          <a:p>
            <a:pPr indent="0" lvl="0" marL="0" rtl="0" algn="r">
              <a:lnSpc>
                <a:spcPct val="90000"/>
              </a:lnSpc>
              <a:spcBef>
                <a:spcPts val="0"/>
              </a:spcBef>
              <a:spcAft>
                <a:spcPts val="0"/>
              </a:spcAft>
              <a:buSzPts val="925"/>
              <a:buNone/>
            </a:pPr>
            <a:fld id="{00000000-1234-1234-1234-123412341234}" type="slidenum">
              <a:rPr lang="en-US" sz="925"/>
              <a:t>‹#›</a:t>
            </a:fld>
            <a:endParaRPr sz="925"/>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22"/>
          <p:cNvSpPr txBox="1"/>
          <p:nvPr>
            <p:ph type="title"/>
          </p:nvPr>
        </p:nvSpPr>
        <p:spPr>
          <a:xfrm>
            <a:off x="311700" y="142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lt1"/>
              </a:buClr>
              <a:buSzPts val="2800"/>
              <a:buNone/>
            </a:pPr>
            <a:r>
              <a:rPr lang="en-US" sz="2520"/>
              <a:t>Discussion </a:t>
            </a:r>
            <a:endParaRPr/>
          </a:p>
        </p:txBody>
      </p:sp>
      <p:sp>
        <p:nvSpPr>
          <p:cNvPr id="554" name="Google Shape;554;p22"/>
          <p:cNvSpPr txBox="1"/>
          <p:nvPr>
            <p:ph idx="1" type="body"/>
          </p:nvPr>
        </p:nvSpPr>
        <p:spPr>
          <a:xfrm>
            <a:off x="311700" y="715150"/>
            <a:ext cx="8520600" cy="4147800"/>
          </a:xfrm>
          <a:prstGeom prst="rect">
            <a:avLst/>
          </a:prstGeom>
          <a:noFill/>
          <a:ln>
            <a:noFill/>
          </a:ln>
        </p:spPr>
        <p:txBody>
          <a:bodyPr anchorCtr="0" anchor="t" bIns="91425" lIns="91425" spcFirstLastPara="1" rIns="91425" wrap="square" tIns="91425">
            <a:normAutofit/>
          </a:bodyPr>
          <a:lstStyle/>
          <a:p>
            <a:pPr indent="-355600" lvl="0" marL="457200" rtl="0" algn="l">
              <a:lnSpc>
                <a:spcPct val="115000"/>
              </a:lnSpc>
              <a:spcBef>
                <a:spcPts val="0"/>
              </a:spcBef>
              <a:spcAft>
                <a:spcPts val="0"/>
              </a:spcAft>
              <a:buClr>
                <a:schemeClr val="dk1"/>
              </a:buClr>
              <a:buSzPts val="2000"/>
              <a:buChar char="●"/>
            </a:pPr>
            <a:r>
              <a:rPr lang="en-US" sz="1200">
                <a:latin typeface="Calibri"/>
                <a:ea typeface="Calibri"/>
                <a:cs typeface="Calibri"/>
                <a:sym typeface="Calibri"/>
              </a:rPr>
              <a:t>The following code snippet is used for a classification problem</a:t>
            </a:r>
            <a:endParaRPr/>
          </a:p>
          <a:p>
            <a:pPr indent="0" lvl="0" marL="101600" rtl="0" algn="l">
              <a:lnSpc>
                <a:spcPct val="115000"/>
              </a:lnSpc>
              <a:spcBef>
                <a:spcPts val="0"/>
              </a:spcBef>
              <a:spcAft>
                <a:spcPts val="0"/>
              </a:spcAft>
              <a:buSzPts val="2000"/>
              <a:buNone/>
            </a:pPr>
            <a:r>
              <a:rPr lang="en-US" sz="1200">
                <a:latin typeface="Calibri"/>
                <a:ea typeface="Calibri"/>
                <a:cs typeface="Calibri"/>
                <a:sym typeface="Calibri"/>
              </a:rPr>
              <a:t>dnnModel = models . Sequential( )</a:t>
            </a:r>
            <a:endParaRPr/>
          </a:p>
          <a:p>
            <a:pPr indent="0" lvl="0" marL="101600" rtl="0" algn="l">
              <a:lnSpc>
                <a:spcPct val="115000"/>
              </a:lnSpc>
              <a:spcBef>
                <a:spcPts val="0"/>
              </a:spcBef>
              <a:spcAft>
                <a:spcPts val="0"/>
              </a:spcAft>
              <a:buSzPts val="2000"/>
              <a:buNone/>
            </a:pPr>
            <a:r>
              <a:rPr lang="en-US" sz="1200">
                <a:latin typeface="Calibri"/>
                <a:ea typeface="Calibri"/>
                <a:cs typeface="Calibri"/>
                <a:sym typeface="Calibri"/>
              </a:rPr>
              <a:t>dnnModel . add ( l a y e r s . Dense (60 , a c t i v a t i o n=’tanh ’ ,input_shape= ( 6 4 * 6 4 , ) ) )</a:t>
            </a:r>
            <a:endParaRPr/>
          </a:p>
          <a:p>
            <a:pPr indent="0" lvl="0" marL="101600" rtl="0" algn="l">
              <a:lnSpc>
                <a:spcPct val="115000"/>
              </a:lnSpc>
              <a:spcBef>
                <a:spcPts val="0"/>
              </a:spcBef>
              <a:spcAft>
                <a:spcPts val="0"/>
              </a:spcAft>
              <a:buSzPts val="2000"/>
              <a:buNone/>
            </a:pPr>
            <a:r>
              <a:rPr lang="en-US" sz="1200">
                <a:latin typeface="Calibri"/>
                <a:ea typeface="Calibri"/>
                <a:cs typeface="Calibri"/>
                <a:sym typeface="Calibri"/>
              </a:rPr>
              <a:t>dnnModel . add ( l a y e r s . Dense (40 , a c t i v a t i o n=’tanh ’ ) )</a:t>
            </a:r>
            <a:endParaRPr/>
          </a:p>
          <a:p>
            <a:pPr indent="0" lvl="0" marL="101600" rtl="0" algn="l">
              <a:lnSpc>
                <a:spcPct val="115000"/>
              </a:lnSpc>
              <a:spcBef>
                <a:spcPts val="0"/>
              </a:spcBef>
              <a:spcAft>
                <a:spcPts val="0"/>
              </a:spcAft>
              <a:buSzPts val="2000"/>
              <a:buNone/>
            </a:pPr>
            <a:r>
              <a:rPr lang="en-US" sz="1200">
                <a:latin typeface="Calibri"/>
                <a:ea typeface="Calibri"/>
                <a:cs typeface="Calibri"/>
                <a:sym typeface="Calibri"/>
              </a:rPr>
              <a:t>dnnModel . add ( l a y e r s . Dense (20 , a c t i v a t i o n=’tanh ’ ) )</a:t>
            </a:r>
            <a:endParaRPr/>
          </a:p>
          <a:p>
            <a:pPr indent="0" lvl="0" marL="101600" rtl="0" algn="l">
              <a:lnSpc>
                <a:spcPct val="115000"/>
              </a:lnSpc>
              <a:spcBef>
                <a:spcPts val="0"/>
              </a:spcBef>
              <a:spcAft>
                <a:spcPts val="0"/>
              </a:spcAft>
              <a:buSzPts val="2000"/>
              <a:buNone/>
            </a:pPr>
            <a:r>
              <a:rPr lang="en-US" sz="1200">
                <a:latin typeface="Calibri"/>
                <a:ea typeface="Calibri"/>
                <a:cs typeface="Calibri"/>
                <a:sym typeface="Calibri"/>
              </a:rPr>
              <a:t>dnnModel . add ( l a y e r s . Dense (10 , a c t i v a t i o n=’tanh ’ ) )</a:t>
            </a:r>
            <a:endParaRPr/>
          </a:p>
          <a:p>
            <a:pPr indent="0" lvl="0" marL="101600" rtl="0" algn="l">
              <a:lnSpc>
                <a:spcPct val="115000"/>
              </a:lnSpc>
              <a:spcBef>
                <a:spcPts val="0"/>
              </a:spcBef>
              <a:spcAft>
                <a:spcPts val="0"/>
              </a:spcAft>
              <a:buSzPts val="2000"/>
              <a:buNone/>
            </a:pPr>
            <a:r>
              <a:rPr lang="en-US" sz="1200">
                <a:latin typeface="Calibri"/>
                <a:ea typeface="Calibri"/>
                <a:cs typeface="Calibri"/>
                <a:sym typeface="Calibri"/>
              </a:rPr>
              <a:t>dnnModel . add ( l a y e r s . Dense ( 4 , a c t i v a t i o n=’softmax ’ ) )</a:t>
            </a:r>
            <a:endParaRPr/>
          </a:p>
          <a:p>
            <a:pPr indent="-355600" lvl="0" marL="457200" rtl="0" algn="l">
              <a:lnSpc>
                <a:spcPct val="115000"/>
              </a:lnSpc>
              <a:spcBef>
                <a:spcPts val="0"/>
              </a:spcBef>
              <a:spcAft>
                <a:spcPts val="0"/>
              </a:spcAft>
              <a:buSzPts val="2000"/>
              <a:buFont typeface="Courier New"/>
              <a:buChar char="o"/>
            </a:pPr>
            <a:r>
              <a:rPr lang="en-US" sz="1600">
                <a:latin typeface="Calibri"/>
                <a:ea typeface="Calibri"/>
                <a:cs typeface="Calibri"/>
                <a:sym typeface="Calibri"/>
              </a:rPr>
              <a:t>Find the number of hidden layers and the number of categories that are being classified.</a:t>
            </a:r>
            <a:endParaRPr/>
          </a:p>
          <a:p>
            <a:pPr indent="0" lvl="0" marL="101600" rtl="0" algn="l">
              <a:lnSpc>
                <a:spcPct val="115000"/>
              </a:lnSpc>
              <a:spcBef>
                <a:spcPts val="0"/>
              </a:spcBef>
              <a:spcAft>
                <a:spcPts val="0"/>
              </a:spcAft>
              <a:buSzPts val="2000"/>
              <a:buNone/>
            </a:pPr>
            <a:r>
              <a:rPr lang="en-US" sz="1600"/>
              <a:t>           </a:t>
            </a:r>
            <a:r>
              <a:rPr b="1" lang="en-US" sz="1600">
                <a:solidFill>
                  <a:srgbClr val="FF0000"/>
                </a:solidFill>
              </a:rPr>
              <a:t>hidden layers= 4 and number of categories = 4</a:t>
            </a:r>
            <a:endParaRPr b="1" sz="1600">
              <a:solidFill>
                <a:srgbClr val="FF0000"/>
              </a:solidFill>
              <a:latin typeface="Calibri"/>
              <a:ea typeface="Calibri"/>
              <a:cs typeface="Calibri"/>
              <a:sym typeface="Calibri"/>
            </a:endParaRPr>
          </a:p>
          <a:p>
            <a:pPr indent="-355600" lvl="0" marL="457200" rtl="0" algn="l">
              <a:lnSpc>
                <a:spcPct val="115000"/>
              </a:lnSpc>
              <a:spcBef>
                <a:spcPts val="0"/>
              </a:spcBef>
              <a:spcAft>
                <a:spcPts val="0"/>
              </a:spcAft>
              <a:buSzPts val="2000"/>
              <a:buFont typeface="Courier New"/>
              <a:buChar char="o"/>
            </a:pPr>
            <a:r>
              <a:rPr lang="en-US" sz="1600">
                <a:latin typeface="Calibri"/>
                <a:ea typeface="Calibri"/>
                <a:cs typeface="Calibri"/>
                <a:sym typeface="Calibri"/>
              </a:rPr>
              <a:t>Compute the size of input vector.</a:t>
            </a:r>
            <a:endParaRPr/>
          </a:p>
          <a:p>
            <a:pPr indent="0" lvl="0" marL="101600" rtl="0" algn="l">
              <a:lnSpc>
                <a:spcPct val="115000"/>
              </a:lnSpc>
              <a:spcBef>
                <a:spcPts val="0"/>
              </a:spcBef>
              <a:spcAft>
                <a:spcPts val="0"/>
              </a:spcAft>
              <a:buSzPts val="2000"/>
              <a:buNone/>
            </a:pPr>
            <a:r>
              <a:rPr lang="en-US" sz="1600"/>
              <a:t>             </a:t>
            </a:r>
            <a:r>
              <a:rPr b="1" lang="en-US" sz="1600">
                <a:solidFill>
                  <a:srgbClr val="FF0000"/>
                </a:solidFill>
              </a:rPr>
              <a:t>Size of input vector = 64*64=4096</a:t>
            </a:r>
            <a:endParaRPr b="1" sz="1600">
              <a:solidFill>
                <a:srgbClr val="FF0000"/>
              </a:solidFill>
              <a:latin typeface="Calibri"/>
              <a:ea typeface="Calibri"/>
              <a:cs typeface="Calibri"/>
              <a:sym typeface="Calibri"/>
            </a:endParaRPr>
          </a:p>
          <a:p>
            <a:pPr indent="-355600" lvl="0" marL="457200" rtl="0" algn="l">
              <a:lnSpc>
                <a:spcPct val="115000"/>
              </a:lnSpc>
              <a:spcBef>
                <a:spcPts val="0"/>
              </a:spcBef>
              <a:spcAft>
                <a:spcPts val="0"/>
              </a:spcAft>
              <a:buSzPts val="2000"/>
              <a:buFont typeface="Courier New"/>
              <a:buChar char="o"/>
            </a:pPr>
            <a:r>
              <a:rPr lang="en-US" sz="1600">
                <a:latin typeface="Calibri"/>
                <a:ea typeface="Calibri"/>
                <a:cs typeface="Calibri"/>
                <a:sym typeface="Calibri"/>
              </a:rPr>
              <a:t>Compute the number of parameters learned in each layer.</a:t>
            </a:r>
            <a:endParaRPr/>
          </a:p>
          <a:p>
            <a:pPr indent="0" lvl="0" marL="101600" rtl="0" algn="l">
              <a:lnSpc>
                <a:spcPct val="115000"/>
              </a:lnSpc>
              <a:spcBef>
                <a:spcPts val="0"/>
              </a:spcBef>
              <a:spcAft>
                <a:spcPts val="0"/>
              </a:spcAft>
              <a:buSzPts val="2000"/>
              <a:buNone/>
            </a:pPr>
            <a:r>
              <a:rPr lang="en-US" sz="1600">
                <a:latin typeface="Calibri"/>
                <a:ea typeface="Calibri"/>
                <a:cs typeface="Calibri"/>
                <a:sym typeface="Calibri"/>
              </a:rPr>
              <a:t>        </a:t>
            </a:r>
            <a:r>
              <a:rPr lang="en-US" sz="1600">
                <a:solidFill>
                  <a:srgbClr val="FF0000"/>
                </a:solidFill>
                <a:latin typeface="Calibri"/>
                <a:ea typeface="Calibri"/>
                <a:cs typeface="Calibri"/>
                <a:sym typeface="Calibri"/>
              </a:rPr>
              <a:t>number parameters = connections between layers + biases in every layer</a:t>
            </a:r>
            <a:endParaRPr/>
          </a:p>
          <a:p>
            <a:pPr indent="0" lvl="0" marL="101600" rtl="0" algn="l">
              <a:lnSpc>
                <a:spcPct val="115000"/>
              </a:lnSpc>
              <a:spcBef>
                <a:spcPts val="0"/>
              </a:spcBef>
              <a:spcAft>
                <a:spcPts val="0"/>
              </a:spcAft>
              <a:buSzPts val="2000"/>
              <a:buNone/>
            </a:pPr>
            <a:r>
              <a:rPr lang="en-US" sz="1600">
                <a:solidFill>
                  <a:srgbClr val="FF0000"/>
                </a:solidFill>
                <a:latin typeface="Calibri"/>
                <a:ea typeface="Calibri"/>
                <a:cs typeface="Calibri"/>
                <a:sym typeface="Calibri"/>
              </a:rPr>
              <a:t>                                              = (64*64*60+60) + (60*40+40) + (40*20+20) + (20*10+10) + (10*4+4)</a:t>
            </a:r>
            <a:endParaRPr sz="1600">
              <a:solidFill>
                <a:srgbClr val="FF0000"/>
              </a:solidFill>
              <a:latin typeface="Calibri"/>
              <a:ea typeface="Calibri"/>
              <a:cs typeface="Calibri"/>
              <a:sym typeface="Calibri"/>
            </a:endParaRPr>
          </a:p>
          <a:p>
            <a:pPr indent="-228600" lvl="0" marL="457200" rtl="0" algn="l">
              <a:lnSpc>
                <a:spcPct val="115000"/>
              </a:lnSpc>
              <a:spcBef>
                <a:spcPts val="0"/>
              </a:spcBef>
              <a:spcAft>
                <a:spcPts val="0"/>
              </a:spcAft>
              <a:buClr>
                <a:schemeClr val="dk1"/>
              </a:buClr>
              <a:buSzPts val="2000"/>
              <a:buNone/>
            </a:pPr>
            <a:r>
              <a:t/>
            </a:r>
            <a:endParaRPr sz="1600">
              <a:latin typeface="Calibri"/>
              <a:ea typeface="Calibri"/>
              <a:cs typeface="Calibri"/>
              <a:sym typeface="Calibri"/>
            </a:endParaRPr>
          </a:p>
        </p:txBody>
      </p:sp>
      <p:sp>
        <p:nvSpPr>
          <p:cNvPr id="555" name="Google Shape;555;p22"/>
          <p:cNvSpPr txBox="1"/>
          <p:nvPr>
            <p:ph idx="12" type="sldNum"/>
          </p:nvPr>
        </p:nvSpPr>
        <p:spPr>
          <a:xfrm>
            <a:off x="8484550" y="4863199"/>
            <a:ext cx="548700" cy="310800"/>
          </a:xfrm>
          <a:prstGeom prst="rect">
            <a:avLst/>
          </a:prstGeom>
          <a:noFill/>
          <a:ln>
            <a:noFill/>
          </a:ln>
        </p:spPr>
        <p:txBody>
          <a:bodyPr anchorCtr="0" anchor="ctr" bIns="91425" lIns="91425" spcFirstLastPara="1" rIns="91425" wrap="square" tIns="91425">
            <a:normAutofit/>
          </a:bodyPr>
          <a:lstStyle/>
          <a:p>
            <a:pPr indent="0" lvl="0" marL="0" rtl="0" algn="r">
              <a:lnSpc>
                <a:spcPct val="90000"/>
              </a:lnSpc>
              <a:spcBef>
                <a:spcPts val="0"/>
              </a:spcBef>
              <a:spcAft>
                <a:spcPts val="0"/>
              </a:spcAft>
              <a:buSzPts val="925"/>
              <a:buNone/>
            </a:pPr>
            <a:fld id="{00000000-1234-1234-1234-123412341234}" type="slidenum">
              <a:rPr lang="en-US" sz="925"/>
              <a:t>‹#›</a:t>
            </a:fld>
            <a:endParaRPr sz="925"/>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23"/>
          <p:cNvSpPr txBox="1"/>
          <p:nvPr>
            <p:ph type="title"/>
          </p:nvPr>
        </p:nvSpPr>
        <p:spPr>
          <a:xfrm>
            <a:off x="311700" y="142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lt1"/>
              </a:buClr>
              <a:buSzPts val="2800"/>
              <a:buNone/>
            </a:pPr>
            <a:r>
              <a:rPr lang="en-US" sz="2520"/>
              <a:t>Continued…..</a:t>
            </a:r>
            <a:endParaRPr/>
          </a:p>
        </p:txBody>
      </p:sp>
      <p:sp>
        <p:nvSpPr>
          <p:cNvPr id="561" name="Google Shape;561;p23"/>
          <p:cNvSpPr txBox="1"/>
          <p:nvPr>
            <p:ph idx="1" type="body"/>
          </p:nvPr>
        </p:nvSpPr>
        <p:spPr>
          <a:xfrm>
            <a:off x="311700" y="715150"/>
            <a:ext cx="8520600" cy="4147800"/>
          </a:xfrm>
          <a:prstGeom prst="rect">
            <a:avLst/>
          </a:prstGeom>
          <a:noFill/>
          <a:ln>
            <a:noFill/>
          </a:ln>
        </p:spPr>
        <p:txBody>
          <a:bodyPr anchorCtr="0" anchor="t" bIns="91425" lIns="91425" spcFirstLastPara="1" rIns="91425" wrap="square" tIns="91425">
            <a:normAutofit/>
          </a:bodyPr>
          <a:lstStyle/>
          <a:p>
            <a:pPr indent="-355600" lvl="0" marL="457200" rtl="0" algn="just">
              <a:lnSpc>
                <a:spcPct val="115000"/>
              </a:lnSpc>
              <a:spcBef>
                <a:spcPts val="0"/>
              </a:spcBef>
              <a:spcAft>
                <a:spcPts val="0"/>
              </a:spcAft>
              <a:buSzPts val="2000"/>
              <a:buFont typeface="Noto Sans Symbols"/>
              <a:buChar char="❖"/>
            </a:pPr>
            <a:r>
              <a:rPr lang="en-US">
                <a:latin typeface="Calibri"/>
                <a:ea typeface="Calibri"/>
                <a:cs typeface="Calibri"/>
                <a:sym typeface="Calibri"/>
              </a:rPr>
              <a:t>A ML engineer suggested to the following. Do you agree with the engineer. Justify your answer.</a:t>
            </a:r>
            <a:endParaRPr/>
          </a:p>
          <a:p>
            <a:pPr indent="-355600" lvl="0" marL="457200" rtl="0" algn="just">
              <a:lnSpc>
                <a:spcPct val="115000"/>
              </a:lnSpc>
              <a:spcBef>
                <a:spcPts val="0"/>
              </a:spcBef>
              <a:spcAft>
                <a:spcPts val="0"/>
              </a:spcAft>
              <a:buSzPts val="2000"/>
              <a:buFont typeface="Courier New"/>
              <a:buChar char="o"/>
            </a:pPr>
            <a:r>
              <a:rPr lang="en-US">
                <a:latin typeface="Calibri"/>
                <a:ea typeface="Calibri"/>
                <a:cs typeface="Calibri"/>
                <a:sym typeface="Calibri"/>
              </a:rPr>
              <a:t>Use sigmoid activation function in the last layer.</a:t>
            </a:r>
            <a:endParaRPr/>
          </a:p>
          <a:p>
            <a:pPr indent="-355600" lvl="0" marL="457200" rtl="0" algn="just">
              <a:lnSpc>
                <a:spcPct val="115000"/>
              </a:lnSpc>
              <a:spcBef>
                <a:spcPts val="0"/>
              </a:spcBef>
              <a:spcAft>
                <a:spcPts val="0"/>
              </a:spcAft>
              <a:buSzPts val="2000"/>
              <a:buFont typeface="Courier New"/>
              <a:buChar char="o"/>
            </a:pPr>
            <a:r>
              <a:rPr lang="en-US">
                <a:latin typeface="Calibri"/>
                <a:ea typeface="Calibri"/>
                <a:cs typeface="Calibri"/>
                <a:sym typeface="Calibri"/>
              </a:rPr>
              <a:t>Use sigmoid activation function in the last layer.</a:t>
            </a:r>
            <a:endParaRPr>
              <a:latin typeface="Calibri"/>
              <a:ea typeface="Calibri"/>
              <a:cs typeface="Calibri"/>
              <a:sym typeface="Calibri"/>
            </a:endParaRPr>
          </a:p>
        </p:txBody>
      </p:sp>
      <p:sp>
        <p:nvSpPr>
          <p:cNvPr id="562" name="Google Shape;562;p23"/>
          <p:cNvSpPr txBox="1"/>
          <p:nvPr>
            <p:ph idx="12" type="sldNum"/>
          </p:nvPr>
        </p:nvSpPr>
        <p:spPr>
          <a:xfrm>
            <a:off x="8484550" y="4863199"/>
            <a:ext cx="548700" cy="310800"/>
          </a:xfrm>
          <a:prstGeom prst="rect">
            <a:avLst/>
          </a:prstGeom>
          <a:noFill/>
          <a:ln>
            <a:noFill/>
          </a:ln>
        </p:spPr>
        <p:txBody>
          <a:bodyPr anchorCtr="0" anchor="ctr" bIns="91425" lIns="91425" spcFirstLastPara="1" rIns="91425" wrap="square" tIns="91425">
            <a:normAutofit/>
          </a:bodyPr>
          <a:lstStyle/>
          <a:p>
            <a:pPr indent="0" lvl="0" marL="0" rtl="0" algn="r">
              <a:lnSpc>
                <a:spcPct val="90000"/>
              </a:lnSpc>
              <a:spcBef>
                <a:spcPts val="0"/>
              </a:spcBef>
              <a:spcAft>
                <a:spcPts val="0"/>
              </a:spcAft>
              <a:buSzPts val="925"/>
              <a:buNone/>
            </a:pPr>
            <a:fld id="{00000000-1234-1234-1234-123412341234}" type="slidenum">
              <a:rPr lang="en-US" sz="925"/>
              <a:t>‹#›</a:t>
            </a:fld>
            <a:endParaRPr sz="925"/>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24"/>
          <p:cNvSpPr txBox="1"/>
          <p:nvPr>
            <p:ph type="title"/>
          </p:nvPr>
        </p:nvSpPr>
        <p:spPr>
          <a:xfrm>
            <a:off x="311700" y="142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lt1"/>
              </a:buClr>
              <a:buSzPts val="2800"/>
              <a:buNone/>
            </a:pPr>
            <a:r>
              <a:rPr lang="en-US" sz="2520"/>
              <a:t>Continued…..</a:t>
            </a:r>
            <a:endParaRPr/>
          </a:p>
        </p:txBody>
      </p:sp>
      <p:sp>
        <p:nvSpPr>
          <p:cNvPr id="568" name="Google Shape;568;p24"/>
          <p:cNvSpPr txBox="1"/>
          <p:nvPr>
            <p:ph idx="1" type="body"/>
          </p:nvPr>
        </p:nvSpPr>
        <p:spPr>
          <a:xfrm>
            <a:off x="311700" y="715150"/>
            <a:ext cx="8520600" cy="4147800"/>
          </a:xfrm>
          <a:prstGeom prst="rect">
            <a:avLst/>
          </a:prstGeom>
          <a:noFill/>
          <a:ln>
            <a:noFill/>
          </a:ln>
        </p:spPr>
        <p:txBody>
          <a:bodyPr anchorCtr="0" anchor="t" bIns="91425" lIns="91425" spcFirstLastPara="1" rIns="91425" wrap="square" tIns="91425">
            <a:normAutofit/>
          </a:bodyPr>
          <a:lstStyle/>
          <a:p>
            <a:pPr indent="-355600" lvl="0" marL="457200" rtl="0" algn="just">
              <a:lnSpc>
                <a:spcPct val="115000"/>
              </a:lnSpc>
              <a:spcBef>
                <a:spcPts val="0"/>
              </a:spcBef>
              <a:spcAft>
                <a:spcPts val="0"/>
              </a:spcAft>
              <a:buSzPts val="2000"/>
              <a:buFont typeface="Noto Sans Symbols"/>
              <a:buChar char="❖"/>
            </a:pPr>
            <a:r>
              <a:rPr lang="en-US">
                <a:latin typeface="Calibri"/>
                <a:ea typeface="Calibri"/>
                <a:cs typeface="Calibri"/>
                <a:sym typeface="Calibri"/>
              </a:rPr>
              <a:t>A ML engineer suggested to the following. Do you agree with the engineer. Justify your answer.</a:t>
            </a:r>
            <a:endParaRPr/>
          </a:p>
          <a:p>
            <a:pPr indent="-355600" lvl="0" marL="457200" rtl="0" algn="just">
              <a:lnSpc>
                <a:spcPct val="115000"/>
              </a:lnSpc>
              <a:spcBef>
                <a:spcPts val="0"/>
              </a:spcBef>
              <a:spcAft>
                <a:spcPts val="0"/>
              </a:spcAft>
              <a:buSzPts val="2000"/>
              <a:buFont typeface="Noto Sans Symbols"/>
              <a:buChar char="❑"/>
            </a:pPr>
            <a:r>
              <a:rPr lang="en-US">
                <a:latin typeface="Calibri"/>
                <a:ea typeface="Calibri"/>
                <a:cs typeface="Calibri"/>
                <a:sym typeface="Calibri"/>
              </a:rPr>
              <a:t>Use sigmoid activation function in the last layer.</a:t>
            </a:r>
            <a:endParaRPr/>
          </a:p>
          <a:p>
            <a:pPr indent="-355600" lvl="0" marL="457200" rtl="0" algn="just">
              <a:lnSpc>
                <a:spcPct val="115000"/>
              </a:lnSpc>
              <a:spcBef>
                <a:spcPts val="0"/>
              </a:spcBef>
              <a:spcAft>
                <a:spcPts val="0"/>
              </a:spcAft>
              <a:buSzPts val="2000"/>
              <a:buFont typeface="Courier New"/>
              <a:buChar char="o"/>
            </a:pPr>
            <a:r>
              <a:rPr lang="en-US" sz="1600">
                <a:solidFill>
                  <a:srgbClr val="FF0000"/>
                </a:solidFill>
                <a:latin typeface="Calibri"/>
                <a:ea typeface="Calibri"/>
                <a:cs typeface="Calibri"/>
                <a:sym typeface="Calibri"/>
              </a:rPr>
              <a:t>Sigmoid function is used to represent a probability distribution over a binary classification.</a:t>
            </a:r>
            <a:endParaRPr/>
          </a:p>
          <a:p>
            <a:pPr indent="-355600" lvl="0" marL="457200" rtl="0" algn="just">
              <a:lnSpc>
                <a:spcPct val="115000"/>
              </a:lnSpc>
              <a:spcBef>
                <a:spcPts val="0"/>
              </a:spcBef>
              <a:spcAft>
                <a:spcPts val="0"/>
              </a:spcAft>
              <a:buSzPts val="2000"/>
              <a:buFont typeface="Courier New"/>
              <a:buChar char="o"/>
            </a:pPr>
            <a:r>
              <a:rPr lang="en-US" sz="1600">
                <a:solidFill>
                  <a:srgbClr val="FF0000"/>
                </a:solidFill>
                <a:latin typeface="Calibri"/>
                <a:ea typeface="Calibri"/>
                <a:cs typeface="Calibri"/>
                <a:sym typeface="Calibri"/>
              </a:rPr>
              <a:t>Softmax function is used to represent a probability distribution over multiclass classification.</a:t>
            </a:r>
            <a:endParaRPr/>
          </a:p>
          <a:p>
            <a:pPr indent="-355600" lvl="0" marL="457200" rtl="0" algn="just">
              <a:lnSpc>
                <a:spcPct val="115000"/>
              </a:lnSpc>
              <a:spcBef>
                <a:spcPts val="0"/>
              </a:spcBef>
              <a:spcAft>
                <a:spcPts val="0"/>
              </a:spcAft>
              <a:buSzPts val="2000"/>
              <a:buFont typeface="Courier New"/>
              <a:buChar char="o"/>
            </a:pPr>
            <a:r>
              <a:rPr lang="en-US" sz="1600">
                <a:solidFill>
                  <a:srgbClr val="FF0000"/>
                </a:solidFill>
                <a:latin typeface="Calibri"/>
                <a:ea typeface="Calibri"/>
                <a:cs typeface="Calibri"/>
                <a:sym typeface="Calibri"/>
              </a:rPr>
              <a:t>This is 4-class classification problem. Hence Softmax has to be used.</a:t>
            </a:r>
            <a:endParaRPr/>
          </a:p>
          <a:p>
            <a:pPr indent="-355600" lvl="0" marL="457200" rtl="0" algn="just">
              <a:lnSpc>
                <a:spcPct val="115000"/>
              </a:lnSpc>
              <a:spcBef>
                <a:spcPts val="0"/>
              </a:spcBef>
              <a:spcAft>
                <a:spcPts val="0"/>
              </a:spcAft>
              <a:buSzPts val="2000"/>
              <a:buFont typeface="Noto Sans Symbols"/>
              <a:buChar char="❑"/>
            </a:pPr>
            <a:r>
              <a:rPr lang="en-US"/>
              <a:t>Use RMSprop for the training instead to SGD.</a:t>
            </a:r>
            <a:endParaRPr>
              <a:latin typeface="Calibri"/>
              <a:ea typeface="Calibri"/>
              <a:cs typeface="Calibri"/>
              <a:sym typeface="Calibri"/>
            </a:endParaRPr>
          </a:p>
          <a:p>
            <a:pPr indent="-355600" lvl="0" marL="457200" rtl="0" algn="just">
              <a:lnSpc>
                <a:spcPct val="115000"/>
              </a:lnSpc>
              <a:spcBef>
                <a:spcPts val="0"/>
              </a:spcBef>
              <a:spcAft>
                <a:spcPts val="0"/>
              </a:spcAft>
              <a:buSzPts val="2000"/>
              <a:buFont typeface="Courier New"/>
              <a:buChar char="o"/>
            </a:pPr>
            <a:r>
              <a:rPr lang="en-US" sz="1600">
                <a:solidFill>
                  <a:srgbClr val="FF0000"/>
                </a:solidFill>
                <a:latin typeface="Calibri"/>
                <a:ea typeface="Calibri"/>
                <a:cs typeface="Calibri"/>
                <a:sym typeface="Calibri"/>
              </a:rPr>
              <a:t>RMSProp can be used when there is too much oscillations in the training phase.</a:t>
            </a:r>
            <a:endParaRPr/>
          </a:p>
          <a:p>
            <a:pPr indent="-355600" lvl="0" marL="457200" rtl="0" algn="just">
              <a:lnSpc>
                <a:spcPct val="115000"/>
              </a:lnSpc>
              <a:spcBef>
                <a:spcPts val="0"/>
              </a:spcBef>
              <a:spcAft>
                <a:spcPts val="0"/>
              </a:spcAft>
              <a:buSzPts val="2000"/>
              <a:buFont typeface="Courier New"/>
              <a:buChar char="o"/>
            </a:pPr>
            <a:r>
              <a:rPr lang="en-US" sz="1600">
                <a:solidFill>
                  <a:srgbClr val="FF0000"/>
                </a:solidFill>
                <a:latin typeface="Calibri"/>
                <a:ea typeface="Calibri"/>
                <a:cs typeface="Calibri"/>
                <a:sym typeface="Calibri"/>
              </a:rPr>
              <a:t>SGD is gradient descent algorithm which can take long time to converge.</a:t>
            </a:r>
            <a:endParaRPr/>
          </a:p>
          <a:p>
            <a:pPr indent="-355600" lvl="0" marL="457200" rtl="0" algn="l">
              <a:lnSpc>
                <a:spcPct val="115000"/>
              </a:lnSpc>
              <a:spcBef>
                <a:spcPts val="0"/>
              </a:spcBef>
              <a:spcAft>
                <a:spcPts val="0"/>
              </a:spcAft>
              <a:buSzPts val="2000"/>
              <a:buFont typeface="Courier New"/>
              <a:buChar char="o"/>
            </a:pPr>
            <a:r>
              <a:rPr lang="en-US" sz="1600">
                <a:solidFill>
                  <a:srgbClr val="FF0000"/>
                </a:solidFill>
                <a:latin typeface="Calibri"/>
                <a:ea typeface="Calibri"/>
                <a:cs typeface="Calibri"/>
                <a:sym typeface="Calibri"/>
              </a:rPr>
              <a:t>Without knowing how long it takes to converge or if there are oscillations which are slowing down the training process, we cannot conclude whether RMSProp will be better than SGD.</a:t>
            </a:r>
            <a:endParaRPr/>
          </a:p>
        </p:txBody>
      </p:sp>
      <p:sp>
        <p:nvSpPr>
          <p:cNvPr id="569" name="Google Shape;569;p24"/>
          <p:cNvSpPr txBox="1"/>
          <p:nvPr>
            <p:ph idx="12" type="sldNum"/>
          </p:nvPr>
        </p:nvSpPr>
        <p:spPr>
          <a:xfrm>
            <a:off x="8484550" y="4863199"/>
            <a:ext cx="548700" cy="310800"/>
          </a:xfrm>
          <a:prstGeom prst="rect">
            <a:avLst/>
          </a:prstGeom>
          <a:noFill/>
          <a:ln>
            <a:noFill/>
          </a:ln>
        </p:spPr>
        <p:txBody>
          <a:bodyPr anchorCtr="0" anchor="ctr" bIns="91425" lIns="91425" spcFirstLastPara="1" rIns="91425" wrap="square" tIns="91425">
            <a:normAutofit/>
          </a:bodyPr>
          <a:lstStyle/>
          <a:p>
            <a:pPr indent="0" lvl="0" marL="0" rtl="0" algn="r">
              <a:lnSpc>
                <a:spcPct val="90000"/>
              </a:lnSpc>
              <a:spcBef>
                <a:spcPts val="0"/>
              </a:spcBef>
              <a:spcAft>
                <a:spcPts val="0"/>
              </a:spcAft>
              <a:buSzPts val="925"/>
              <a:buNone/>
            </a:pPr>
            <a:fld id="{00000000-1234-1234-1234-123412341234}" type="slidenum">
              <a:rPr lang="en-US" sz="925"/>
              <a:t>‹#›</a:t>
            </a:fld>
            <a:endParaRPr sz="925"/>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25"/>
          <p:cNvSpPr txBox="1"/>
          <p:nvPr>
            <p:ph type="title"/>
          </p:nvPr>
        </p:nvSpPr>
        <p:spPr>
          <a:xfrm>
            <a:off x="311700" y="142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lt1"/>
              </a:buClr>
              <a:buSzPts val="2800"/>
              <a:buNone/>
            </a:pPr>
            <a:r>
              <a:rPr b="1" lang="en-US" sz="2520">
                <a:latin typeface="Calibri"/>
                <a:ea typeface="Calibri"/>
                <a:cs typeface="Calibri"/>
                <a:sym typeface="Calibri"/>
              </a:rPr>
              <a:t>Example - 4</a:t>
            </a:r>
            <a:endParaRPr/>
          </a:p>
        </p:txBody>
      </p:sp>
      <p:sp>
        <p:nvSpPr>
          <p:cNvPr id="575" name="Google Shape;575;p25"/>
          <p:cNvSpPr txBox="1"/>
          <p:nvPr>
            <p:ph idx="12" type="sldNum"/>
          </p:nvPr>
        </p:nvSpPr>
        <p:spPr>
          <a:xfrm>
            <a:off x="8484550" y="4863199"/>
            <a:ext cx="548700" cy="310800"/>
          </a:xfrm>
          <a:prstGeom prst="rect">
            <a:avLst/>
          </a:prstGeom>
          <a:noFill/>
          <a:ln>
            <a:noFill/>
          </a:ln>
        </p:spPr>
        <p:txBody>
          <a:bodyPr anchorCtr="0" anchor="ctr" bIns="91425" lIns="91425" spcFirstLastPara="1" rIns="91425" wrap="square" tIns="91425">
            <a:normAutofit/>
          </a:bodyPr>
          <a:lstStyle/>
          <a:p>
            <a:pPr indent="0" lvl="0" marL="0" rtl="0" algn="r">
              <a:lnSpc>
                <a:spcPct val="90000"/>
              </a:lnSpc>
              <a:spcBef>
                <a:spcPts val="0"/>
              </a:spcBef>
              <a:spcAft>
                <a:spcPts val="0"/>
              </a:spcAft>
              <a:buSzPts val="925"/>
              <a:buNone/>
            </a:pPr>
            <a:fld id="{00000000-1234-1234-1234-123412341234}" type="slidenum">
              <a:rPr lang="en-US" sz="925"/>
              <a:t>‹#›</a:t>
            </a:fld>
            <a:endParaRPr sz="925"/>
          </a:p>
        </p:txBody>
      </p:sp>
      <p:pic>
        <p:nvPicPr>
          <p:cNvPr id="576" name="Google Shape;576;p25"/>
          <p:cNvPicPr preferRelativeResize="0"/>
          <p:nvPr/>
        </p:nvPicPr>
        <p:blipFill rotWithShape="1">
          <a:blip r:embed="rId3">
            <a:alphaModFix/>
          </a:blip>
          <a:srcRect b="0" l="0" r="0" t="0"/>
          <a:stretch/>
        </p:blipFill>
        <p:spPr>
          <a:xfrm>
            <a:off x="735645" y="947333"/>
            <a:ext cx="7927092" cy="375529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26"/>
          <p:cNvSpPr txBox="1"/>
          <p:nvPr>
            <p:ph idx="12" type="sldNum"/>
          </p:nvPr>
        </p:nvSpPr>
        <p:spPr>
          <a:xfrm>
            <a:off x="8484550" y="4863199"/>
            <a:ext cx="548700" cy="310800"/>
          </a:xfrm>
          <a:prstGeom prst="rect">
            <a:avLst/>
          </a:prstGeom>
          <a:noFill/>
          <a:ln>
            <a:noFill/>
          </a:ln>
        </p:spPr>
        <p:txBody>
          <a:bodyPr anchorCtr="0" anchor="ctr" bIns="91425" lIns="91425" spcFirstLastPara="1" rIns="91425" wrap="square" tIns="91425">
            <a:normAutofit/>
          </a:bodyPr>
          <a:lstStyle/>
          <a:p>
            <a:pPr indent="0" lvl="0" marL="0" rtl="0" algn="r">
              <a:lnSpc>
                <a:spcPct val="90000"/>
              </a:lnSpc>
              <a:spcBef>
                <a:spcPts val="0"/>
              </a:spcBef>
              <a:spcAft>
                <a:spcPts val="0"/>
              </a:spcAft>
              <a:buSzPts val="925"/>
              <a:buNone/>
            </a:pPr>
            <a:fld id="{00000000-1234-1234-1234-123412341234}" type="slidenum">
              <a:rPr lang="en-US" sz="925"/>
              <a:t>‹#›</a:t>
            </a:fld>
            <a:endParaRPr sz="925"/>
          </a:p>
        </p:txBody>
      </p:sp>
      <p:pic>
        <p:nvPicPr>
          <p:cNvPr id="582" name="Google Shape;582;p26"/>
          <p:cNvPicPr preferRelativeResize="0"/>
          <p:nvPr/>
        </p:nvPicPr>
        <p:blipFill rotWithShape="1">
          <a:blip r:embed="rId3">
            <a:alphaModFix/>
          </a:blip>
          <a:srcRect b="0" l="0" r="0" t="0"/>
          <a:stretch/>
        </p:blipFill>
        <p:spPr>
          <a:xfrm>
            <a:off x="311700" y="715150"/>
            <a:ext cx="8721551" cy="426248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27"/>
          <p:cNvSpPr txBox="1"/>
          <p:nvPr>
            <p:ph type="title"/>
          </p:nvPr>
        </p:nvSpPr>
        <p:spPr>
          <a:xfrm>
            <a:off x="311700" y="142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lt1"/>
              </a:buClr>
              <a:buSzPts val="2800"/>
              <a:buNone/>
            </a:pPr>
            <a:r>
              <a:rPr lang="en-US" sz="2520"/>
              <a:t>Example - 5</a:t>
            </a:r>
            <a:endParaRPr/>
          </a:p>
        </p:txBody>
      </p:sp>
      <p:sp>
        <p:nvSpPr>
          <p:cNvPr id="588" name="Google Shape;588;p27"/>
          <p:cNvSpPr txBox="1"/>
          <p:nvPr>
            <p:ph idx="1" type="body"/>
          </p:nvPr>
        </p:nvSpPr>
        <p:spPr>
          <a:xfrm>
            <a:off x="311700" y="715150"/>
            <a:ext cx="8520600" cy="4147800"/>
          </a:xfrm>
          <a:prstGeom prst="rect">
            <a:avLst/>
          </a:prstGeom>
          <a:noFill/>
          <a:ln>
            <a:noFill/>
          </a:ln>
        </p:spPr>
        <p:txBody>
          <a:bodyPr anchorCtr="0" anchor="t" bIns="91425" lIns="91425" spcFirstLastPara="1" rIns="91425" wrap="square" tIns="91425">
            <a:normAutofit/>
          </a:bodyPr>
          <a:lstStyle/>
          <a:p>
            <a:pPr indent="-355600" lvl="0" marL="457200" rtl="0" algn="just">
              <a:lnSpc>
                <a:spcPct val="115000"/>
              </a:lnSpc>
              <a:spcBef>
                <a:spcPts val="0"/>
              </a:spcBef>
              <a:spcAft>
                <a:spcPts val="0"/>
              </a:spcAft>
              <a:buSzPts val="2000"/>
              <a:buChar char="●"/>
            </a:pPr>
            <a:r>
              <a:rPr lang="en-US" sz="1400">
                <a:latin typeface="Calibri"/>
                <a:ea typeface="Calibri"/>
                <a:cs typeface="Calibri"/>
                <a:sym typeface="Calibri"/>
              </a:rPr>
              <a:t>Design a fully connected multilayer perceptron network with minimum number of hidden layers and hidden nodes required to classify the below decision boundary with 100% accuracy. </a:t>
            </a:r>
            <a:endParaRPr sz="1400">
              <a:latin typeface="Calibri"/>
              <a:ea typeface="Calibri"/>
              <a:cs typeface="Calibri"/>
              <a:sym typeface="Calibri"/>
            </a:endParaRPr>
          </a:p>
          <a:p>
            <a:pPr indent="-355600" lvl="0" marL="457200" rtl="0" algn="just">
              <a:lnSpc>
                <a:spcPct val="115000"/>
              </a:lnSpc>
              <a:spcBef>
                <a:spcPts val="0"/>
              </a:spcBef>
              <a:spcAft>
                <a:spcPts val="0"/>
              </a:spcAft>
              <a:buSzPts val="2000"/>
              <a:buChar char="●"/>
            </a:pPr>
            <a:r>
              <a:rPr lang="en-US" sz="1400">
                <a:latin typeface="Calibri"/>
                <a:ea typeface="Calibri"/>
                <a:cs typeface="Calibri"/>
                <a:sym typeface="Calibri"/>
              </a:rPr>
              <a:t>(x, y) are input features and target classes are either +1 or -1 as shown in the figure.Step activation functions are used at all nodes, i.e., output=+1 if total weighted input &gt;= threshold (mention inside node) at a node, else output = -1.</a:t>
            </a:r>
            <a:endParaRPr sz="1400">
              <a:latin typeface="Calibri"/>
              <a:ea typeface="Calibri"/>
              <a:cs typeface="Calibri"/>
              <a:sym typeface="Calibri"/>
            </a:endParaRPr>
          </a:p>
          <a:p>
            <a:pPr indent="-228600" lvl="0" marL="457200" rtl="0" algn="l">
              <a:lnSpc>
                <a:spcPct val="115000"/>
              </a:lnSpc>
              <a:spcBef>
                <a:spcPts val="0"/>
              </a:spcBef>
              <a:spcAft>
                <a:spcPts val="0"/>
              </a:spcAft>
              <a:buClr>
                <a:schemeClr val="dk1"/>
              </a:buClr>
              <a:buSzPts val="2000"/>
              <a:buNone/>
            </a:pPr>
            <a:r>
              <a:t/>
            </a:r>
            <a:endParaRPr/>
          </a:p>
        </p:txBody>
      </p:sp>
      <p:sp>
        <p:nvSpPr>
          <p:cNvPr id="589" name="Google Shape;589;p27"/>
          <p:cNvSpPr txBox="1"/>
          <p:nvPr>
            <p:ph idx="12" type="sldNum"/>
          </p:nvPr>
        </p:nvSpPr>
        <p:spPr>
          <a:xfrm>
            <a:off x="8484550" y="4863199"/>
            <a:ext cx="548700" cy="310800"/>
          </a:xfrm>
          <a:prstGeom prst="rect">
            <a:avLst/>
          </a:prstGeom>
          <a:noFill/>
          <a:ln>
            <a:noFill/>
          </a:ln>
        </p:spPr>
        <p:txBody>
          <a:bodyPr anchorCtr="0" anchor="ctr" bIns="91425" lIns="91425" spcFirstLastPara="1" rIns="91425" wrap="square" tIns="91425">
            <a:normAutofit/>
          </a:bodyPr>
          <a:lstStyle/>
          <a:p>
            <a:pPr indent="0" lvl="0" marL="0" rtl="0" algn="r">
              <a:lnSpc>
                <a:spcPct val="90000"/>
              </a:lnSpc>
              <a:spcBef>
                <a:spcPts val="0"/>
              </a:spcBef>
              <a:spcAft>
                <a:spcPts val="0"/>
              </a:spcAft>
              <a:buSzPts val="925"/>
              <a:buNone/>
            </a:pPr>
            <a:fld id="{00000000-1234-1234-1234-123412341234}" type="slidenum">
              <a:rPr lang="en-US" sz="925"/>
              <a:t>‹#›</a:t>
            </a:fld>
            <a:endParaRPr sz="925"/>
          </a:p>
        </p:txBody>
      </p:sp>
      <p:pic>
        <p:nvPicPr>
          <p:cNvPr id="590" name="Google Shape;590;p27"/>
          <p:cNvPicPr preferRelativeResize="0"/>
          <p:nvPr/>
        </p:nvPicPr>
        <p:blipFill rotWithShape="1">
          <a:blip r:embed="rId3">
            <a:alphaModFix/>
          </a:blip>
          <a:srcRect b="0" l="0" r="0" t="0"/>
          <a:stretch/>
        </p:blipFill>
        <p:spPr>
          <a:xfrm>
            <a:off x="2887980" y="2181470"/>
            <a:ext cx="3368040" cy="249936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28"/>
          <p:cNvSpPr txBox="1"/>
          <p:nvPr>
            <p:ph type="title"/>
          </p:nvPr>
        </p:nvSpPr>
        <p:spPr>
          <a:xfrm>
            <a:off x="311700" y="142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lt1"/>
              </a:buClr>
              <a:buSzPts val="2800"/>
              <a:buNone/>
            </a:pPr>
            <a:r>
              <a:rPr lang="en-US" sz="2520"/>
              <a:t>Discussion </a:t>
            </a:r>
            <a:endParaRPr/>
          </a:p>
        </p:txBody>
      </p:sp>
      <p:sp>
        <p:nvSpPr>
          <p:cNvPr id="596" name="Google Shape;596;p28"/>
          <p:cNvSpPr txBox="1"/>
          <p:nvPr>
            <p:ph idx="1" type="body"/>
          </p:nvPr>
        </p:nvSpPr>
        <p:spPr>
          <a:xfrm>
            <a:off x="311700" y="715150"/>
            <a:ext cx="8520600" cy="4147800"/>
          </a:xfrm>
          <a:prstGeom prst="rect">
            <a:avLst/>
          </a:prstGeom>
          <a:noFill/>
          <a:ln>
            <a:noFill/>
          </a:ln>
        </p:spPr>
        <p:txBody>
          <a:bodyPr anchorCtr="0" anchor="t" bIns="91425" lIns="91425" spcFirstLastPara="1" rIns="91425" wrap="square" tIns="91425">
            <a:normAutofit/>
          </a:bodyPr>
          <a:lstStyle/>
          <a:p>
            <a:pPr indent="-355600" lvl="0" marL="457200" rtl="0" algn="l">
              <a:lnSpc>
                <a:spcPct val="115000"/>
              </a:lnSpc>
              <a:spcBef>
                <a:spcPts val="0"/>
              </a:spcBef>
              <a:spcAft>
                <a:spcPts val="0"/>
              </a:spcAft>
              <a:buClr>
                <a:schemeClr val="dk1"/>
              </a:buClr>
              <a:buSzPts val="2000"/>
              <a:buChar char="●"/>
            </a:pPr>
            <a:r>
              <a:rPr lang="en-US"/>
              <a:t>6 neurons in first layer, 3 neurons in 2</a:t>
            </a:r>
            <a:r>
              <a:rPr baseline="30000" lang="en-US"/>
              <a:t>nd</a:t>
            </a:r>
            <a:r>
              <a:rPr lang="en-US"/>
              <a:t> layer, 1 neuron in last layer</a:t>
            </a:r>
            <a:endParaRPr/>
          </a:p>
          <a:p>
            <a:pPr indent="-228600" lvl="0" marL="457200" rtl="0" algn="l">
              <a:lnSpc>
                <a:spcPct val="115000"/>
              </a:lnSpc>
              <a:spcBef>
                <a:spcPts val="0"/>
              </a:spcBef>
              <a:spcAft>
                <a:spcPts val="0"/>
              </a:spcAft>
              <a:buClr>
                <a:schemeClr val="dk1"/>
              </a:buClr>
              <a:buSzPts val="2000"/>
              <a:buNone/>
            </a:pPr>
            <a:r>
              <a:t/>
            </a:r>
            <a:endParaRPr/>
          </a:p>
        </p:txBody>
      </p:sp>
      <p:sp>
        <p:nvSpPr>
          <p:cNvPr id="597" name="Google Shape;597;p28"/>
          <p:cNvSpPr txBox="1"/>
          <p:nvPr>
            <p:ph idx="12" type="sldNum"/>
          </p:nvPr>
        </p:nvSpPr>
        <p:spPr>
          <a:xfrm>
            <a:off x="8484550" y="4863199"/>
            <a:ext cx="548700" cy="310800"/>
          </a:xfrm>
          <a:prstGeom prst="rect">
            <a:avLst/>
          </a:prstGeom>
          <a:noFill/>
          <a:ln>
            <a:noFill/>
          </a:ln>
        </p:spPr>
        <p:txBody>
          <a:bodyPr anchorCtr="0" anchor="ctr" bIns="91425" lIns="91425" spcFirstLastPara="1" rIns="91425" wrap="square" tIns="91425">
            <a:normAutofit/>
          </a:bodyPr>
          <a:lstStyle/>
          <a:p>
            <a:pPr indent="0" lvl="0" marL="0" rtl="0" algn="r">
              <a:lnSpc>
                <a:spcPct val="90000"/>
              </a:lnSpc>
              <a:spcBef>
                <a:spcPts val="0"/>
              </a:spcBef>
              <a:spcAft>
                <a:spcPts val="0"/>
              </a:spcAft>
              <a:buSzPts val="925"/>
              <a:buNone/>
            </a:pPr>
            <a:fld id="{00000000-1234-1234-1234-123412341234}" type="slidenum">
              <a:rPr lang="en-US" sz="925"/>
              <a:t>‹#›</a:t>
            </a:fld>
            <a:endParaRPr sz="925"/>
          </a:p>
        </p:txBody>
      </p:sp>
      <p:pic>
        <p:nvPicPr>
          <p:cNvPr id="598" name="Google Shape;598;p28"/>
          <p:cNvPicPr preferRelativeResize="0"/>
          <p:nvPr/>
        </p:nvPicPr>
        <p:blipFill rotWithShape="1">
          <a:blip r:embed="rId3">
            <a:alphaModFix/>
          </a:blip>
          <a:srcRect b="0" l="0" r="0" t="0"/>
          <a:stretch/>
        </p:blipFill>
        <p:spPr>
          <a:xfrm>
            <a:off x="1148156" y="1155032"/>
            <a:ext cx="6744560" cy="382082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29"/>
          <p:cNvSpPr txBox="1"/>
          <p:nvPr>
            <p:ph type="title"/>
          </p:nvPr>
        </p:nvSpPr>
        <p:spPr>
          <a:xfrm>
            <a:off x="311700" y="142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lt1"/>
              </a:buClr>
              <a:buSzPts val="2800"/>
              <a:buNone/>
            </a:pPr>
            <a:r>
              <a:rPr lang="en-US" sz="2520"/>
              <a:t>Example 6</a:t>
            </a:r>
            <a:endParaRPr/>
          </a:p>
        </p:txBody>
      </p:sp>
      <p:sp>
        <p:nvSpPr>
          <p:cNvPr id="604" name="Google Shape;604;p29"/>
          <p:cNvSpPr txBox="1"/>
          <p:nvPr>
            <p:ph idx="1" type="body"/>
          </p:nvPr>
        </p:nvSpPr>
        <p:spPr>
          <a:xfrm>
            <a:off x="311700" y="715150"/>
            <a:ext cx="8520600" cy="4147800"/>
          </a:xfrm>
          <a:prstGeom prst="rect">
            <a:avLst/>
          </a:prstGeom>
          <a:noFill/>
          <a:ln>
            <a:noFill/>
          </a:ln>
        </p:spPr>
        <p:txBody>
          <a:bodyPr anchorCtr="0" anchor="t" bIns="91425" lIns="91425" spcFirstLastPara="1" rIns="91425" wrap="square" tIns="91425">
            <a:normAutofit/>
          </a:bodyPr>
          <a:lstStyle/>
          <a:p>
            <a:pPr indent="-355600" lvl="0" marL="457200" rtl="0" algn="l">
              <a:lnSpc>
                <a:spcPct val="115000"/>
              </a:lnSpc>
              <a:spcBef>
                <a:spcPts val="0"/>
              </a:spcBef>
              <a:spcAft>
                <a:spcPts val="0"/>
              </a:spcAft>
              <a:buClr>
                <a:schemeClr val="dk1"/>
              </a:buClr>
              <a:buSzPts val="2000"/>
              <a:buChar char="●"/>
            </a:pPr>
            <a:r>
              <a:rPr lang="en-US"/>
              <a:t>Mr Ram has a dataset </a:t>
            </a:r>
            <a:r>
              <a:rPr b="1" lang="en-US"/>
              <a:t>data_1.csv</a:t>
            </a:r>
            <a:r>
              <a:rPr lang="en-US"/>
              <a:t> with 1 million labelled training examples for classification, and dataset </a:t>
            </a:r>
            <a:r>
              <a:rPr b="1" lang="en-US"/>
              <a:t>data_2.csv</a:t>
            </a:r>
            <a:r>
              <a:rPr lang="en-US"/>
              <a:t> with 100 labelled training examples. Mr Rakesh trains a model from scratch on </a:t>
            </a:r>
            <a:r>
              <a:rPr b="1" lang="en-US"/>
              <a:t>data_2.csv</a:t>
            </a:r>
            <a:r>
              <a:rPr lang="en-US"/>
              <a:t>. Mr Ram decided to train on </a:t>
            </a:r>
            <a:r>
              <a:rPr b="1" lang="en-US"/>
              <a:t>data_1.csv</a:t>
            </a:r>
            <a:r>
              <a:rPr lang="en-US"/>
              <a:t>, and then apply transfer learning to train on </a:t>
            </a:r>
            <a:r>
              <a:rPr b="1" lang="en-US"/>
              <a:t>data_2.csv</a:t>
            </a:r>
            <a:r>
              <a:rPr lang="en-US"/>
              <a:t>. </a:t>
            </a:r>
            <a:endParaRPr/>
          </a:p>
          <a:p>
            <a:pPr indent="-355600" lvl="0" marL="457200" rtl="0" algn="l">
              <a:lnSpc>
                <a:spcPct val="115000"/>
              </a:lnSpc>
              <a:spcBef>
                <a:spcPts val="0"/>
              </a:spcBef>
              <a:spcAft>
                <a:spcPts val="0"/>
              </a:spcAft>
              <a:buClr>
                <a:schemeClr val="dk1"/>
              </a:buClr>
              <a:buSzPts val="2000"/>
              <a:buChar char="●"/>
            </a:pPr>
            <a:r>
              <a:rPr lang="en-US"/>
              <a:t>Differentiate between these approaches and the advantages / problems both of them faces and how to solve them, if possible?  State one problem Mr Rakesh is likely to find with his approach. How does Mr Ram  approach address this problem?</a:t>
            </a:r>
            <a:endParaRPr/>
          </a:p>
        </p:txBody>
      </p:sp>
      <p:sp>
        <p:nvSpPr>
          <p:cNvPr id="605" name="Google Shape;605;p29"/>
          <p:cNvSpPr txBox="1"/>
          <p:nvPr>
            <p:ph idx="12" type="sldNum"/>
          </p:nvPr>
        </p:nvSpPr>
        <p:spPr>
          <a:xfrm>
            <a:off x="8484550" y="4863199"/>
            <a:ext cx="548700" cy="310800"/>
          </a:xfrm>
          <a:prstGeom prst="rect">
            <a:avLst/>
          </a:prstGeom>
          <a:noFill/>
          <a:ln>
            <a:noFill/>
          </a:ln>
        </p:spPr>
        <p:txBody>
          <a:bodyPr anchorCtr="0" anchor="ctr" bIns="91425" lIns="91425" spcFirstLastPara="1" rIns="91425" wrap="square" tIns="91425">
            <a:normAutofit/>
          </a:bodyPr>
          <a:lstStyle/>
          <a:p>
            <a:pPr indent="0" lvl="0" marL="0" rtl="0" algn="r">
              <a:lnSpc>
                <a:spcPct val="90000"/>
              </a:lnSpc>
              <a:spcBef>
                <a:spcPts val="0"/>
              </a:spcBef>
              <a:spcAft>
                <a:spcPts val="0"/>
              </a:spcAft>
              <a:buSzPts val="925"/>
              <a:buNone/>
            </a:pPr>
            <a:fld id="{00000000-1234-1234-1234-123412341234}" type="slidenum">
              <a:rPr lang="en-US" sz="925"/>
              <a:t>‹#›</a:t>
            </a:fld>
            <a:endParaRPr sz="925"/>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30"/>
          <p:cNvSpPr txBox="1"/>
          <p:nvPr>
            <p:ph type="title"/>
          </p:nvPr>
        </p:nvSpPr>
        <p:spPr>
          <a:xfrm>
            <a:off x="311700" y="142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lt1"/>
              </a:buClr>
              <a:buSzPts val="2800"/>
              <a:buNone/>
            </a:pPr>
            <a:r>
              <a:rPr lang="en-US" sz="2520"/>
              <a:t>Discussion</a:t>
            </a:r>
            <a:endParaRPr/>
          </a:p>
        </p:txBody>
      </p:sp>
      <p:sp>
        <p:nvSpPr>
          <p:cNvPr id="611" name="Google Shape;611;p30"/>
          <p:cNvSpPr txBox="1"/>
          <p:nvPr>
            <p:ph idx="1" type="body"/>
          </p:nvPr>
        </p:nvSpPr>
        <p:spPr>
          <a:xfrm>
            <a:off x="311700" y="715150"/>
            <a:ext cx="8520600" cy="4147800"/>
          </a:xfrm>
          <a:prstGeom prst="rect">
            <a:avLst/>
          </a:prstGeom>
          <a:noFill/>
          <a:ln>
            <a:noFill/>
          </a:ln>
        </p:spPr>
        <p:txBody>
          <a:bodyPr anchorCtr="0" anchor="t" bIns="91425" lIns="91425" spcFirstLastPara="1" rIns="91425" wrap="square" tIns="91425">
            <a:normAutofit/>
          </a:bodyPr>
          <a:lstStyle/>
          <a:p>
            <a:pPr indent="-355600" lvl="0" marL="457200" rtl="0" algn="l">
              <a:lnSpc>
                <a:spcPct val="115000"/>
              </a:lnSpc>
              <a:spcBef>
                <a:spcPts val="0"/>
              </a:spcBef>
              <a:spcAft>
                <a:spcPts val="0"/>
              </a:spcAft>
              <a:buClr>
                <a:schemeClr val="dk1"/>
              </a:buClr>
              <a:buSzPts val="2000"/>
              <a:buChar char="●"/>
            </a:pPr>
            <a:r>
              <a:rPr lang="en-US"/>
              <a:t>Mr Rakesh is likely to see overfitting. Model is not going to generalise well to unseen data. By using transfer learning and freezing the weights in the earlier layers, Mr Ram reduce the number of learnable parameters, while using the weights which have been pretrained on a much larger dataset.</a:t>
            </a:r>
            <a:endParaRPr/>
          </a:p>
        </p:txBody>
      </p:sp>
      <p:sp>
        <p:nvSpPr>
          <p:cNvPr id="612" name="Google Shape;612;p30"/>
          <p:cNvSpPr txBox="1"/>
          <p:nvPr>
            <p:ph idx="12" type="sldNum"/>
          </p:nvPr>
        </p:nvSpPr>
        <p:spPr>
          <a:xfrm>
            <a:off x="8484550" y="4863199"/>
            <a:ext cx="548700" cy="310800"/>
          </a:xfrm>
          <a:prstGeom prst="rect">
            <a:avLst/>
          </a:prstGeom>
          <a:noFill/>
          <a:ln>
            <a:noFill/>
          </a:ln>
        </p:spPr>
        <p:txBody>
          <a:bodyPr anchorCtr="0" anchor="ctr" bIns="91425" lIns="91425" spcFirstLastPara="1" rIns="91425" wrap="square" tIns="91425">
            <a:normAutofit/>
          </a:bodyPr>
          <a:lstStyle/>
          <a:p>
            <a:pPr indent="0" lvl="0" marL="0" rtl="0" algn="r">
              <a:lnSpc>
                <a:spcPct val="90000"/>
              </a:lnSpc>
              <a:spcBef>
                <a:spcPts val="0"/>
              </a:spcBef>
              <a:spcAft>
                <a:spcPts val="0"/>
              </a:spcAft>
              <a:buSzPts val="925"/>
              <a:buNone/>
            </a:pPr>
            <a:fld id="{00000000-1234-1234-1234-123412341234}" type="slidenum">
              <a:rPr lang="en-US" sz="925"/>
              <a:t>‹#›</a:t>
            </a:fld>
            <a:endParaRPr sz="925"/>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31"/>
          <p:cNvSpPr txBox="1"/>
          <p:nvPr>
            <p:ph type="title"/>
          </p:nvPr>
        </p:nvSpPr>
        <p:spPr>
          <a:xfrm>
            <a:off x="311700" y="142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lt1"/>
              </a:buClr>
              <a:buSzPts val="2800"/>
              <a:buNone/>
            </a:pPr>
            <a:r>
              <a:rPr lang="en-US" sz="2520"/>
              <a:t>Example 7</a:t>
            </a:r>
            <a:endParaRPr/>
          </a:p>
        </p:txBody>
      </p:sp>
      <p:sp>
        <p:nvSpPr>
          <p:cNvPr id="618" name="Google Shape;618;p31"/>
          <p:cNvSpPr txBox="1"/>
          <p:nvPr>
            <p:ph idx="1" type="body"/>
          </p:nvPr>
        </p:nvSpPr>
        <p:spPr>
          <a:xfrm>
            <a:off x="311700" y="715150"/>
            <a:ext cx="8520600" cy="4147800"/>
          </a:xfrm>
          <a:prstGeom prst="rect">
            <a:avLst/>
          </a:prstGeom>
          <a:noFill/>
          <a:ln>
            <a:noFill/>
          </a:ln>
        </p:spPr>
        <p:txBody>
          <a:bodyPr anchorCtr="0" anchor="t" bIns="91425" lIns="91425" spcFirstLastPara="1" rIns="91425" wrap="square" tIns="91425">
            <a:normAutofit/>
          </a:bodyPr>
          <a:lstStyle/>
          <a:p>
            <a:pPr indent="-228600" lvl="0" marL="457200" rtl="0" algn="l">
              <a:lnSpc>
                <a:spcPct val="115000"/>
              </a:lnSpc>
              <a:spcBef>
                <a:spcPts val="0"/>
              </a:spcBef>
              <a:spcAft>
                <a:spcPts val="0"/>
              </a:spcAft>
              <a:buClr>
                <a:schemeClr val="dk1"/>
              </a:buClr>
              <a:buSzPts val="2000"/>
              <a:buNone/>
            </a:pPr>
            <a:r>
              <a:t/>
            </a:r>
            <a:endParaRPr/>
          </a:p>
        </p:txBody>
      </p:sp>
      <p:sp>
        <p:nvSpPr>
          <p:cNvPr id="619" name="Google Shape;619;p31"/>
          <p:cNvSpPr txBox="1"/>
          <p:nvPr>
            <p:ph idx="12" type="sldNum"/>
          </p:nvPr>
        </p:nvSpPr>
        <p:spPr>
          <a:xfrm>
            <a:off x="8484550" y="4863199"/>
            <a:ext cx="548700" cy="310800"/>
          </a:xfrm>
          <a:prstGeom prst="rect">
            <a:avLst/>
          </a:prstGeom>
          <a:noFill/>
          <a:ln>
            <a:noFill/>
          </a:ln>
        </p:spPr>
        <p:txBody>
          <a:bodyPr anchorCtr="0" anchor="ctr" bIns="91425" lIns="91425" spcFirstLastPara="1" rIns="91425" wrap="square" tIns="91425">
            <a:normAutofit/>
          </a:bodyPr>
          <a:lstStyle/>
          <a:p>
            <a:pPr indent="0" lvl="0" marL="0" rtl="0" algn="r">
              <a:lnSpc>
                <a:spcPct val="90000"/>
              </a:lnSpc>
              <a:spcBef>
                <a:spcPts val="0"/>
              </a:spcBef>
              <a:spcAft>
                <a:spcPts val="0"/>
              </a:spcAft>
              <a:buSzPts val="925"/>
              <a:buNone/>
            </a:pPr>
            <a:fld id="{00000000-1234-1234-1234-123412341234}" type="slidenum">
              <a:rPr lang="en-US" sz="925"/>
              <a:t>‹#›</a:t>
            </a:fld>
            <a:endParaRPr sz="925"/>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3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US"/>
              <a:t>Thanks</a:t>
            </a:r>
            <a:endParaRPr/>
          </a:p>
          <a:p>
            <a:pPr indent="0" lvl="0" marL="0" rtl="0" algn="ctr">
              <a:lnSpc>
                <a:spcPct val="100000"/>
              </a:lnSpc>
              <a:spcBef>
                <a:spcPts val="0"/>
              </a:spcBef>
              <a:spcAft>
                <a:spcPts val="0"/>
              </a:spcAft>
              <a:buSzPts val="3600"/>
              <a:buNone/>
            </a:pPr>
            <a:r>
              <a:t/>
            </a:r>
            <a:endParaRPr/>
          </a:p>
        </p:txBody>
      </p:sp>
      <p:sp>
        <p:nvSpPr>
          <p:cNvPr id="625" name="Google Shape;625;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